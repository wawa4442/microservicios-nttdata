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4"/>
    <p:sldMasterId id="2147483773" r:id="rId5"/>
    <p:sldMasterId id="2147483801" r:id="rId6"/>
  </p:sldMasterIdLst>
  <p:notesMasterIdLst>
    <p:notesMasterId r:id="rId46"/>
  </p:notesMasterIdLst>
  <p:handoutMasterIdLst>
    <p:handoutMasterId r:id="rId47"/>
  </p:handoutMasterIdLst>
  <p:sldIdLst>
    <p:sldId id="2147481498" r:id="rId7"/>
    <p:sldId id="2147483445" r:id="rId8"/>
    <p:sldId id="2147483443" r:id="rId9"/>
    <p:sldId id="2147483446" r:id="rId10"/>
    <p:sldId id="2147483447" r:id="rId11"/>
    <p:sldId id="2147483455" r:id="rId12"/>
    <p:sldId id="2147483444" r:id="rId13"/>
    <p:sldId id="2147483456" r:id="rId14"/>
    <p:sldId id="2147483441" r:id="rId15"/>
    <p:sldId id="2147483442" r:id="rId16"/>
    <p:sldId id="2147483448" r:id="rId17"/>
    <p:sldId id="2147483449" r:id="rId18"/>
    <p:sldId id="2147483450" r:id="rId19"/>
    <p:sldId id="2147483453" r:id="rId20"/>
    <p:sldId id="2147483454" r:id="rId21"/>
    <p:sldId id="2147483451" r:id="rId22"/>
    <p:sldId id="267" r:id="rId23"/>
    <p:sldId id="268" r:id="rId24"/>
    <p:sldId id="2147483459" r:id="rId25"/>
    <p:sldId id="2147483452" r:id="rId26"/>
    <p:sldId id="2147483460" r:id="rId27"/>
    <p:sldId id="2147483461" r:id="rId28"/>
    <p:sldId id="2147483462" r:id="rId29"/>
    <p:sldId id="2147483464" r:id="rId30"/>
    <p:sldId id="2147483465" r:id="rId31"/>
    <p:sldId id="2147483463" r:id="rId32"/>
    <p:sldId id="2147483458" r:id="rId33"/>
    <p:sldId id="2147483457" r:id="rId34"/>
    <p:sldId id="2147483466" r:id="rId35"/>
    <p:sldId id="2147483467" r:id="rId36"/>
    <p:sldId id="2147483468" r:id="rId37"/>
    <p:sldId id="2147483470" r:id="rId38"/>
    <p:sldId id="2147483469" r:id="rId39"/>
    <p:sldId id="2147483472" r:id="rId40"/>
    <p:sldId id="2147483473" r:id="rId41"/>
    <p:sldId id="2147483471" r:id="rId42"/>
    <p:sldId id="2147483474" r:id="rId43"/>
    <p:sldId id="260" r:id="rId44"/>
    <p:sldId id="2147481470" r:id="rId45"/>
  </p:sldIdLst>
  <p:sldSz cx="12192000" cy="6858000"/>
  <p:notesSz cx="6858000" cy="9144000"/>
  <p:custDataLst>
    <p:tags r:id="rId48"/>
  </p:custDataLst>
  <p:defaultTex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defaultTextStyle>
  <p:extLst>
    <p:ext uri="{EFAFB233-063F-42B5-8137-9DF3F51BA10A}">
      <p15:sldGuideLst xmlns:p15="http://schemas.microsoft.com/office/powerpoint/2012/main">
        <p15:guide id="1" orient="horz" pos="210" userDrawn="1">
          <p15:clr>
            <a:srgbClr val="A4A3A4"/>
          </p15:clr>
        </p15:guide>
        <p15:guide id="4" orient="horz" pos="890"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on Sztuka" initials="MS" lastIdx="1" clrIdx="0">
    <p:extLst>
      <p:ext uri="{19B8F6BF-5375-455C-9EA6-DF929625EA0E}">
        <p15:presenceInfo xmlns:p15="http://schemas.microsoft.com/office/powerpoint/2012/main" userId="S::marion.sztuka@strategy-compass.com::486c4479-caac-4d16-a015-cb07c99f9d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B96"/>
    <a:srgbClr val="F6F9FD"/>
    <a:srgbClr val="3A7398"/>
    <a:srgbClr val="0072BC"/>
    <a:srgbClr val="FCFDFE"/>
    <a:srgbClr val="FFFFFF"/>
    <a:srgbClr val="6B6B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1CD1BF-1482-4D7E-9AF1-68DF2F06DD68}" v="60" dt="2025-08-22T19:26:07.479"/>
  </p1510:revLst>
</p1510:revInfo>
</file>

<file path=ppt/tableStyles.xml><?xml version="1.0" encoding="utf-8"?>
<a:tblStyleLst xmlns:a="http://schemas.openxmlformats.org/drawingml/2006/main" def="{401A4AF6-95C6-4AA6-A552-55ACE4769191}">
  <a:tblStyle styleId="{401A4AF6-95C6-4AA6-A552-55ACE4769191}" styleName="NTT table">
    <a:wholeTbl>
      <a:tcTxStyle>
        <a:fontRef idx="minor">
          <a:prstClr val="black"/>
        </a:fontRef>
        <a:schemeClr val="dk2"/>
      </a:tcTxStyle>
      <a:tcStyle>
        <a:tcBdr>
          <a:left>
            <a:ln w="0" cmpd="sng">
              <a:solidFill>
                <a:schemeClr val="lt1"/>
              </a:solidFill>
            </a:ln>
          </a:left>
          <a:right>
            <a:ln w="0" cmpd="sng">
              <a:solidFill>
                <a:schemeClr val="lt1"/>
              </a:solidFill>
            </a:ln>
          </a:right>
          <a:top>
            <a:ln w="12700" cmpd="sng">
              <a:solidFill>
                <a:schemeClr val="dk1"/>
              </a:solidFill>
            </a:ln>
          </a:top>
          <a:bottom>
            <a:ln w="12700" cmpd="sng">
              <a:solidFill>
                <a:schemeClr val="dk1"/>
              </a:solidFill>
            </a:ln>
          </a:bottom>
          <a:insideH>
            <a:ln w="12700" cmpd="sng">
              <a:solidFill>
                <a:schemeClr val="dk1"/>
              </a:solidFill>
            </a:ln>
          </a:insideH>
          <a:insideV>
            <a:ln w="0" cmpd="sng">
              <a:solidFill>
                <a:schemeClr val="lt1"/>
              </a:solidFill>
            </a:ln>
          </a:insideV>
        </a:tcBdr>
      </a:tcStyle>
    </a:wholeTbl>
    <a:band1H>
      <a:tcStyle>
        <a:tcBdr/>
      </a:tcStyle>
    </a:band1H>
    <a:band2H>
      <a:tcStyle>
        <a:tcBdr/>
      </a:tcStyle>
    </a:band2H>
    <a:band1V>
      <a:tcStyle>
        <a:tcBdr/>
      </a:tcStyle>
    </a:band1V>
    <a:band2V>
      <a:tcStyle>
        <a:tcBdr/>
      </a:tcStyle>
    </a:band2V>
    <a:lastCol>
      <a:tcTxStyle b="off">
        <a:fontRef idx="minor">
          <a:prstClr val="black"/>
        </a:fontRef>
        <a:schemeClr val="accent1"/>
      </a:tcTxStyle>
      <a:tcStyle>
        <a:tcBdr/>
      </a:tcStyle>
    </a:lastCol>
    <a:firstCol>
      <a:tcTxStyle b="off">
        <a:fontRef idx="minor">
          <a:prstClr val="black"/>
        </a:fontRef>
        <a:schemeClr val="accent1"/>
      </a:tcTxStyle>
      <a:tcStyle>
        <a:tcBdr/>
      </a:tcStyle>
    </a:firstCol>
    <a:lastRow>
      <a:tcTxStyle b="on">
        <a:fontRef idx="minor">
          <a:prstClr val="black"/>
        </a:fontRef>
        <a:schemeClr val="dk2"/>
      </a:tcTxStyle>
      <a:tcStyle>
        <a:tcBdr>
          <a:top>
            <a:ln w="28575" cmpd="sng">
              <a:solidFill>
                <a:schemeClr val="accent2"/>
              </a:solidFill>
            </a:ln>
          </a:top>
        </a:tcBdr>
      </a:tcStyle>
    </a:lastRow>
    <a:firstRow>
      <a:tcTxStyle b="off">
        <a:fontRef idx="minor">
          <a:prstClr val="black"/>
        </a:fontRef>
        <a:schemeClr val="accent1"/>
      </a:tcTxStyle>
      <a:tcStyle>
        <a:tcBdr>
          <a:bottom>
            <a:ln w="28575" cmpd="sng">
              <a:solidFill>
                <a:schemeClr val="accent2"/>
              </a:solidFill>
            </a:ln>
          </a:bottom>
        </a:tcBdr>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71279" autoAdjust="0"/>
  </p:normalViewPr>
  <p:slideViewPr>
    <p:cSldViewPr snapToGrid="0" snapToObjects="1" showGuides="1">
      <p:cViewPr varScale="1">
        <p:scale>
          <a:sx n="82" d="100"/>
          <a:sy n="82" d="100"/>
        </p:scale>
        <p:origin x="581" y="72"/>
      </p:cViewPr>
      <p:guideLst>
        <p:guide orient="horz" pos="210"/>
        <p:guide orient="horz" pos="89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875"/>
    </p:cViewPr>
  </p:sorterViewPr>
  <p:notesViewPr>
    <p:cSldViewPr snapToGrid="0" snapToObjects="1" showGuides="1">
      <p:cViewPr varScale="1">
        <p:scale>
          <a:sx n="94" d="100"/>
          <a:sy n="94" d="100"/>
        </p:scale>
        <p:origin x="360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handoutMaster" Target="handoutMasters/handoutMaster1.xml"/><Relationship Id="rId50"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gs" Target="tags/tag1.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87C71A-58F0-45ED-A413-A81D731C9E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solidFill>
                <a:schemeClr val="tx2"/>
              </a:solidFill>
            </a:endParaRPr>
          </a:p>
        </p:txBody>
      </p:sp>
      <p:sp>
        <p:nvSpPr>
          <p:cNvPr id="3" name="Date Placeholder 2">
            <a:extLst>
              <a:ext uri="{FF2B5EF4-FFF2-40B4-BE49-F238E27FC236}">
                <a16:creationId xmlns:a16="http://schemas.microsoft.com/office/drawing/2014/main" id="{64F64736-4490-41E5-B8D0-CC0B16AA5B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11D644-C5F6-4389-814D-7B11F6EE30B8}" type="datetimeFigureOut">
              <a:rPr lang="en-US" smtClean="0">
                <a:solidFill>
                  <a:schemeClr val="tx2"/>
                </a:solidFill>
              </a:rPr>
              <a:t>8/24/2026</a:t>
            </a:fld>
            <a:endParaRPr lang="en-US" dirty="0">
              <a:solidFill>
                <a:schemeClr val="tx2"/>
              </a:solidFill>
            </a:endParaRPr>
          </a:p>
        </p:txBody>
      </p:sp>
      <p:sp>
        <p:nvSpPr>
          <p:cNvPr id="4" name="Footer Placeholder 3">
            <a:extLst>
              <a:ext uri="{FF2B5EF4-FFF2-40B4-BE49-F238E27FC236}">
                <a16:creationId xmlns:a16="http://schemas.microsoft.com/office/drawing/2014/main" id="{719F4704-B844-4B30-8232-A066958C39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solidFill>
                <a:schemeClr val="tx2"/>
              </a:solidFill>
            </a:endParaRPr>
          </a:p>
        </p:txBody>
      </p:sp>
      <p:sp>
        <p:nvSpPr>
          <p:cNvPr id="5" name="Slide Number Placeholder 4">
            <a:extLst>
              <a:ext uri="{FF2B5EF4-FFF2-40B4-BE49-F238E27FC236}">
                <a16:creationId xmlns:a16="http://schemas.microsoft.com/office/drawing/2014/main" id="{CD58174B-A722-4D31-836F-28709BEFBA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360D7-C980-43CF-BF4A-86160FC365E0}" type="slidenum">
              <a:rPr lang="en-US" smtClean="0">
                <a:solidFill>
                  <a:schemeClr val="tx2"/>
                </a:solidFill>
              </a:rPr>
              <a:t>‹Nº›</a:t>
            </a:fld>
            <a:endParaRPr lang="en-US" dirty="0">
              <a:solidFill>
                <a:schemeClr val="tx2"/>
              </a:solidFill>
            </a:endParaRPr>
          </a:p>
        </p:txBody>
      </p:sp>
    </p:spTree>
    <p:extLst>
      <p:ext uri="{BB962C8B-B14F-4D97-AF65-F5344CB8AC3E}">
        <p14:creationId xmlns:p14="http://schemas.microsoft.com/office/powerpoint/2010/main" val="22550264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chemeClr val="tx2"/>
                </a:solidFill>
                <a:latin typeface="Roboto" panose="02000000000000000000" pitchFamily="2" charset="0"/>
              </a:defRPr>
            </a:lvl1pPr>
          </a:lstStyle>
          <a:p>
            <a:endParaRPr lang="en-US" dirty="0">
              <a:solidFill>
                <a:schemeClr val="tx2"/>
              </a:solidFill>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chemeClr val="tx2"/>
                </a:solidFill>
                <a:latin typeface="Roboto" panose="02000000000000000000" pitchFamily="2" charset="0"/>
              </a:defRPr>
            </a:lvl1pPr>
          </a:lstStyle>
          <a:p>
            <a:fld id="{58F5D356-0438-4495-B283-C41E12FE4BD0}" type="datetimeFigureOut">
              <a:rPr lang="en-US" smtClean="0"/>
              <a:pPr/>
              <a:t>8/24/2026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noAutofit/>
          </a:bodyPr>
          <a:lstStyle/>
          <a:p>
            <a:pPr lvl="0" indent="0">
              <a:lnSpc>
                <a:spcPct val="110000"/>
              </a:lnSpc>
              <a:spcBef>
                <a:spcPts val="600"/>
              </a:spcBef>
              <a:buFontTx/>
              <a:buNone/>
            </a:pPr>
            <a:r>
              <a:rPr lang="en-US" dirty="0"/>
              <a:t>Click to edit Master text styles</a:t>
            </a:r>
          </a:p>
          <a:p>
            <a:pPr lvl="1" algn="l" defTabSz="914400" rtl="0" eaLnBrk="1" latinLnBrk="0" hangingPunct="1">
              <a:buClr>
                <a:schemeClr val="accent1"/>
              </a:buClr>
            </a:pPr>
            <a:r>
              <a:rPr lang="en-US" dirty="0"/>
              <a:t>Second level</a:t>
            </a:r>
          </a:p>
          <a:p>
            <a:pPr lvl="2" algn="l" defTabSz="914400" rtl="0" eaLnBrk="1" latinLnBrk="0" hangingPunct="1">
              <a:buFont typeface="Roboto" panose="02000000000000000000" pitchFamily="2" charset="0"/>
              <a:buChar char="–"/>
            </a:pPr>
            <a:r>
              <a:rPr lang="en-US" dirty="0"/>
              <a:t>Third level</a:t>
            </a:r>
          </a:p>
          <a:p>
            <a:pPr lvl="3" algn="l" defTabSz="914400" rtl="0" eaLnBrk="1" latinLnBrk="0" hangingPunct="1">
              <a:buFont typeface="Roboto" panose="02000000000000000000" pitchFamily="2" charset="0"/>
              <a:buChar char="–"/>
            </a:pPr>
            <a:r>
              <a:rPr lang="en-US" dirty="0"/>
              <a:t>Fourth level</a:t>
            </a:r>
          </a:p>
          <a:p>
            <a:pPr lvl="4" algn="l" defTabSz="914400" rtl="0" eaLnBrk="1" latinLnBrk="0" hangingPunct="1">
              <a:buFont typeface="Roboto" panose="02000000000000000000" pitchFamily="2" charset="0"/>
              <a:buChar char="–"/>
            </a:pPr>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chemeClr val="tx2"/>
                </a:solidFill>
                <a:latin typeface="Roboto" panose="02000000000000000000" pitchFamily="2" charset="0"/>
              </a:defRPr>
            </a:lvl1pPr>
          </a:lstStyle>
          <a:p>
            <a:endParaRPr lang="en-US" dirty="0">
              <a:solidFill>
                <a:schemeClr val="tx2"/>
              </a:solidFill>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chemeClr val="tx2"/>
                </a:solidFill>
                <a:latin typeface="Roboto" panose="02000000000000000000" pitchFamily="2" charset="0"/>
              </a:defRPr>
            </a:lvl1pPr>
          </a:lstStyle>
          <a:p>
            <a:fld id="{2081FCD0-0B3F-4662-A1E4-AB7FCE2F39E0}" type="slidenum">
              <a:rPr lang="en-US" smtClean="0"/>
              <a:pPr/>
              <a:t>‹Nº›</a:t>
            </a:fld>
            <a:endParaRPr lang="en-US" dirty="0"/>
          </a:p>
        </p:txBody>
      </p:sp>
    </p:spTree>
    <p:extLst>
      <p:ext uri="{BB962C8B-B14F-4D97-AF65-F5344CB8AC3E}">
        <p14:creationId xmlns:p14="http://schemas.microsoft.com/office/powerpoint/2010/main" val="2837309984"/>
      </p:ext>
    </p:extLst>
  </p:cSld>
  <p:clrMap bg1="lt1" tx1="dk1" bg2="lt2" tx2="dk2" accent1="accent1" accent2="accent2" accent3="accent3" accent4="accent4" accent5="accent5" accent6="accent6" hlink="hlink" folHlink="folHlink"/>
  <p:notesStyle>
    <a:lvl1pPr marL="0" algn="l" defTabSz="914400" rtl="0" eaLnBrk="1" latinLnBrk="0" hangingPunct="1">
      <a:defRPr lang="en-US" sz="1400" kern="1200" dirty="0">
        <a:solidFill>
          <a:schemeClr val="tx2"/>
        </a:solidFill>
        <a:latin typeface="+mn-lt"/>
        <a:ea typeface="+mn-ea"/>
        <a:cs typeface="+mn-cs"/>
      </a:defRPr>
    </a:lvl1pPr>
    <a:lvl2pPr marL="216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2pPr>
    <a:lvl3pPr marL="432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3pPr>
    <a:lvl4pPr marL="648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4pPr>
    <a:lvl5pPr marL="864000" indent="-216000">
      <a:lnSpc>
        <a:spcPct val="90000"/>
      </a:lnSpc>
      <a:spcBef>
        <a:spcPts val="600"/>
      </a:spcBef>
      <a:buFont typeface="Wingdings" panose="05000000000000000000" pitchFamily="2" charset="2"/>
      <a:buChar char="§"/>
      <a:defRPr lang="en-US" sz="1400" kern="1200" dirty="0">
        <a:solidFill>
          <a:schemeClr val="tx2"/>
        </a:solidFill>
        <a:latin typeface="+mn-lt"/>
        <a:ea typeface="+mn-ea"/>
        <a:cs typeface="+mn-cs"/>
      </a:defRPr>
    </a:lvl5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p>
            <a:pPr rtl="0"/>
            <a:endParaRPr lang="es-MX"/>
          </a:p>
        </p:txBody>
      </p:sp>
      <p:sp>
        <p:nvSpPr>
          <p:cNvPr id="4" name="Marcador de número de diapositiva 3"/>
          <p:cNvSpPr>
            <a:spLocks noGrp="1"/>
          </p:cNvSpPr>
          <p:nvPr>
            <p:ph type="sldNum" sz="quarter" idx="5"/>
          </p:nvPr>
        </p:nvSpPr>
        <p:spPr/>
        <p:txBody>
          <a:bodyPr rtlCol="0"/>
          <a:lstStyle/>
          <a:p>
            <a:pPr rtl="0"/>
            <a:fld id="{C6B3AB32-59DF-41F1-9618-EDFBF5049629}" type="slidenum">
              <a:rPr lang="es-MX" smtClean="0"/>
              <a:t>38</a:t>
            </a:fld>
            <a:endParaRPr lang="es-MX"/>
          </a:p>
        </p:txBody>
      </p:sp>
    </p:spTree>
    <p:extLst>
      <p:ext uri="{BB962C8B-B14F-4D97-AF65-F5344CB8AC3E}">
        <p14:creationId xmlns:p14="http://schemas.microsoft.com/office/powerpoint/2010/main" val="10467141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w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4.w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Full Innovation Curve">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dirty="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a:xfrm>
            <a:off x="5365655" y="0"/>
            <a:ext cx="6835842" cy="6858000"/>
          </a:xfrm>
          <a:blipFill>
            <a:blip r:embed="rId2"/>
            <a:stretch>
              <a:fillRect/>
            </a:stretch>
          </a:blipFill>
        </p:spPr>
        <p:txBody>
          <a:bodyPr/>
          <a:lstStyle>
            <a:lvl1pPr>
              <a:defRPr sz="200"/>
            </a:lvl1pPr>
          </a:lstStyle>
          <a:p>
            <a:pPr lvl="0"/>
            <a:r>
              <a:rPr lang="de-DE"/>
              <a:t>.</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dirty="0"/>
              <a:t>Click to add image. Then Reorder: Send to back</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a:xfrm>
            <a:off x="10101235"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noProof="0" dirty="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dirty="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p:cNvSpPr>
          <p:nvPr>
            <p:ph type="body" sz="quarter" idx="15" hasCustomPrompt="1"/>
          </p:nvPr>
        </p:nvSpPr>
        <p:spPr bwMode="gray">
          <a:xfrm>
            <a:off x="371475" y="320040"/>
            <a:ext cx="1959724" cy="400077"/>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917070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Partial Innovation Curve">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a:xfrm>
            <a:off x="7637463" y="3175"/>
            <a:ext cx="4554537" cy="6856413"/>
          </a:xfrm>
          <a:blipFill>
            <a:blip r:embed="rId2"/>
            <a:stretch>
              <a:fillRect/>
            </a:stretch>
          </a:blipFill>
        </p:spPr>
        <p:txBody>
          <a:bodyPr/>
          <a:lstStyle>
            <a:lvl1pPr>
              <a:defRPr sz="200"/>
            </a:lvl1pPr>
          </a:lstStyle>
          <a:p>
            <a:pPr lvl="0"/>
            <a:r>
              <a:rPr lang="de-DE"/>
              <a:t>.</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p:cNvSpPr>
          <p:nvPr>
            <p:ph type="body" sz="quarter" idx="15" hasCustomPrompt="1"/>
          </p:nvPr>
        </p:nvSpPr>
        <p:spPr bwMode="gray">
          <a:xfrm>
            <a:off x="371475" y="320040"/>
            <a:ext cx="1959724" cy="400077"/>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3" name="Info box">
            <a:extLst>
              <a:ext uri="{FF2B5EF4-FFF2-40B4-BE49-F238E27FC236}">
                <a16:creationId xmlns:a16="http://schemas.microsoft.com/office/drawing/2014/main" id="{3CEDB687-72D7-CB65-F36A-20FAF24C2355}"/>
              </a:ext>
            </a:extLst>
          </p:cNvPr>
          <p:cNvSpPr>
            <a:spLocks noGrp="1"/>
          </p:cNvSpPr>
          <p:nvPr>
            <p:ph sz="quarter" idx="20" hasCustomPrompt="1"/>
          </p:nvPr>
        </p:nvSpPr>
        <p:spPr>
          <a:xfrm>
            <a:off x="371475" y="5875374"/>
            <a:ext cx="1958400" cy="395869"/>
          </a:xfrm>
          <a:prstGeom prst="rect">
            <a:avLst/>
          </a:prstGeom>
          <a:ln>
            <a:noFill/>
          </a:ln>
        </p:spPr>
        <p:txBody>
          <a:bodyPr wrap="square" lIns="36000" tIns="36000" rIns="36000" bIns="36000">
            <a:noAutofit/>
          </a:bodyPr>
          <a:lstStyle>
            <a:lvl1pPr>
              <a:lnSpc>
                <a:spcPct val="100000"/>
              </a:lnSpc>
              <a:spcBef>
                <a:spcPts val="0"/>
              </a:spcBef>
              <a:spcAft>
                <a:spcPts val="0"/>
              </a:spcAft>
              <a:defRPr lang="en-US" sz="700" kern="1200" noProof="0" dirty="0">
                <a:solidFill>
                  <a:schemeClr val="accent6">
                    <a:lumMod val="40000"/>
                    <a:lumOff val="60000"/>
                  </a:schemeClr>
                </a:solidFill>
                <a:latin typeface="+mn-lt"/>
                <a:ea typeface="+mn-ea"/>
                <a:cs typeface="+mn-cs"/>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874911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Only">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3" name="Info Box">
            <a:extLst>
              <a:ext uri="{FF2B5EF4-FFF2-40B4-BE49-F238E27FC236}">
                <a16:creationId xmlns:a16="http://schemas.microsoft.com/office/drawing/2014/main" id="{60ABE840-6E2F-413E-A4F2-D50BE7A3C8B3}"/>
              </a:ext>
            </a:extLst>
          </p:cNvPr>
          <p:cNvSpPr>
            <a:spLocks noGrp="1"/>
          </p:cNvSpPr>
          <p:nvPr>
            <p:ph sz="quarter" idx="21"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p:cNvSpPr>
          <p:nvPr>
            <p:ph type="body" sz="quarter" idx="15" hasCustomPrompt="1"/>
          </p:nvPr>
        </p:nvSpPr>
        <p:spPr bwMode="gray">
          <a:xfrm>
            <a:off x="371475" y="320040"/>
            <a:ext cx="1959724" cy="400077"/>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2479935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accent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dirty="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a:xfrm>
            <a:off x="371475" y="1412875"/>
            <a:ext cx="11449050" cy="651610"/>
          </a:xfrm>
        </p:spPr>
        <p:txBody>
          <a:bodyPr/>
          <a:lstStyle>
            <a:lvl1pPr>
              <a:defRPr sz="4400" b="0"/>
            </a:lvl1pPr>
          </a:lstStyle>
          <a:p>
            <a:r>
              <a:rPr lang="en-US" dirty="0"/>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a:xfrm>
            <a:off x="9067800" y="3733800"/>
            <a:ext cx="2752725" cy="2743200"/>
          </a:xfr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vl2pPr>
              <a:defRPr sz="200"/>
            </a:lvl2pPr>
            <a:lvl3pPr>
              <a:defRPr sz="200"/>
            </a:lvl3pPr>
            <a:lvl4pPr>
              <a:defRPr sz="200"/>
            </a:lvl4pPr>
            <a:lvl5pPr>
              <a:defRPr sz="200"/>
            </a:lvl5pPr>
          </a:lstStyle>
          <a:p>
            <a:pPr lvl="0"/>
            <a:r>
              <a:rPr lang="de-DE"/>
              <a:t>.</a:t>
            </a:r>
          </a:p>
        </p:txBody>
      </p:sp>
      <p:sp>
        <p:nvSpPr>
          <p:cNvPr id="8" name="Info box">
            <a:extLst>
              <a:ext uri="{FF2B5EF4-FFF2-40B4-BE49-F238E27FC236}">
                <a16:creationId xmlns:a16="http://schemas.microsoft.com/office/drawing/2014/main" id="{56B3E0DC-CFF6-D134-CAF5-A5425EB6CB85}"/>
              </a:ext>
            </a:extLst>
          </p:cNvPr>
          <p:cNvSpPr>
            <a:spLocks noGrp="1"/>
          </p:cNvSpPr>
          <p:nvPr>
            <p:ph sz="quarter" idx="21"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p:cNvSpPr>
          <p:nvPr>
            <p:ph type="body" sz="quarter" idx="15" hasCustomPrompt="1"/>
          </p:nvPr>
        </p:nvSpPr>
        <p:spPr bwMode="black">
          <a:xfrm>
            <a:off x="371475" y="320040"/>
            <a:ext cx="1959724" cy="400077"/>
          </a:xfrm>
          <a:prstGeom prst="rect">
            <a:avLst/>
          </a:prstGeom>
          <a:blipFill dpi="0" rotWithShape="1">
            <a:blip r:embed="rId3"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2632025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2160122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B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noProof="0" smtClean="0"/>
              <a:pPr/>
              <a:t>‹Nº›</a:t>
            </a:fld>
            <a:endParaRPr lang="en-US" noProof="0" dirty="0"/>
          </a:p>
        </p:txBody>
      </p:sp>
    </p:spTree>
    <p:extLst>
      <p:ext uri="{BB962C8B-B14F-4D97-AF65-F5344CB8AC3E}">
        <p14:creationId xmlns:p14="http://schemas.microsoft.com/office/powerpoint/2010/main" val="3724142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B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noProof="0" smtClean="0"/>
              <a:pPr/>
              <a:t>‹Nº›</a:t>
            </a:fld>
            <a:endParaRPr lang="en-US" noProof="0" dirty="0"/>
          </a:p>
        </p:txBody>
      </p:sp>
    </p:spTree>
    <p:extLst>
      <p:ext uri="{BB962C8B-B14F-4D97-AF65-F5344CB8AC3E}">
        <p14:creationId xmlns:p14="http://schemas.microsoft.com/office/powerpoint/2010/main" val="136225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61411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bg2"/>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1138310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_Blank_Dark">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29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_Blank_Dark with footer">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3751379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accent1"/>
              </a:gs>
              <a:gs pos="80000">
                <a:schemeClr val="accent1"/>
              </a:gs>
            </a:gsLst>
            <a:lin ang="16200000" scaled="1"/>
          </a:gradFill>
        </p:spPr>
        <p:txBody>
          <a:bodyPr vert="horz" wrap="square" lIns="0" tIns="0" rIns="0" bIns="0" rtlCol="0">
            <a:noAutofit/>
          </a:bodyPr>
          <a:lstStyle>
            <a:lvl1pPr>
              <a:defRPr lang="en-US" sz="100" dirty="0"/>
            </a:lvl1pPr>
          </a:lstStyle>
          <a:p>
            <a:pPr lvl="0"/>
            <a:r>
              <a:rPr lang="en-US" dirty="0"/>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bg1"/>
                </a:solidFill>
              </a:defRPr>
            </a:lvl1pPr>
          </a:lstStyle>
          <a:p>
            <a:r>
              <a:rPr lang="en-US" dirty="0"/>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dirty="0"/>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3189237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2" name="NTT DATA Global Logo" descr="NTT DATA Global Logo">
            <a:extLst>
              <a:ext uri="{FF2B5EF4-FFF2-40B4-BE49-F238E27FC236}">
                <a16:creationId xmlns:a16="http://schemas.microsoft.com/office/drawing/2014/main" id="{E3C760B8-DB89-2960-48EE-7551EFCFDEA7}"/>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410155471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586909" y="333375"/>
            <a:ext cx="6829493" cy="792000"/>
          </a:xfrm>
        </p:spPr>
        <p:txBody>
          <a:bodyPr vert="horz"/>
          <a:lstStyle/>
          <a:p>
            <a:r>
              <a:rPr lang="en-US" dirty="0"/>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4586909" y="6563358"/>
            <a:ext cx="3111831"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Tree>
    <p:extLst>
      <p:ext uri="{BB962C8B-B14F-4D97-AF65-F5344CB8AC3E}">
        <p14:creationId xmlns:p14="http://schemas.microsoft.com/office/powerpoint/2010/main" val="3682777102"/>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_Picture Bottom Dark">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2" name="NTT DATA Global Logo" descr="NTT DATA Global Logo">
            <a:extLst>
              <a:ext uri="{FF2B5EF4-FFF2-40B4-BE49-F238E27FC236}">
                <a16:creationId xmlns:a16="http://schemas.microsoft.com/office/drawing/2014/main" id="{53191FB2-5C06-3B67-1454-1D220DA037E1}"/>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39321964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340455850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_Picture Collection Dark">
    <p:bg bwMode="gray">
      <p:bgPr>
        <a:solidFill>
          <a:schemeClr val="accent1"/>
        </a:solidFill>
        <a:effectLst/>
      </p:bgPr>
    </p:bg>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a:xfrm>
            <a:off x="3891928" y="3987606"/>
            <a:ext cx="5365113" cy="224968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3" name="Rounded Rectangle 12">
            <a:extLst>
              <a:ext uri="{C183D7F6-B498-43B3-948B-1728B52AA6E4}">
                <adec:decorative xmlns:adec="http://schemas.microsoft.com/office/drawing/2017/decorative" val="1"/>
              </a:ext>
            </a:extLst>
          </p:cNvPr>
          <p:cNvSpPr/>
          <p:nvPr userDrawn="1"/>
        </p:nvSpPr>
        <p:spPr>
          <a:xfrm>
            <a:off x="9349318" y="2163386"/>
            <a:ext cx="2377440"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a:xfrm>
            <a:off x="371475" y="333373"/>
            <a:ext cx="4419959" cy="3566160"/>
          </a:xfrm>
          <a:prstGeom prst="roundRect">
            <a:avLst>
              <a:gd name="adj" fmla="val 0"/>
            </a:avLst>
          </a:prstGeom>
          <a:solidFill>
            <a:schemeClr val="accent3"/>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a:xfrm>
            <a:off x="9359747" y="2140169"/>
            <a:ext cx="2460778" cy="268069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29" name="Text Placeholder 4"/>
          <p:cNvSpPr>
            <a:spLocks noGrp="1"/>
          </p:cNvSpPr>
          <p:nvPr>
            <p:ph type="body" sz="quarter" idx="23" hasCustomPrompt="1"/>
          </p:nvPr>
        </p:nvSpPr>
        <p:spPr>
          <a:xfrm>
            <a:off x="371475" y="2384022"/>
            <a:ext cx="4419959" cy="1458387"/>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19" name="Text Placeholder 4"/>
          <p:cNvSpPr>
            <a:spLocks noGrp="1"/>
          </p:cNvSpPr>
          <p:nvPr>
            <p:ph type="body" sz="quarter" idx="17" hasCustomPrompt="1"/>
          </p:nvPr>
        </p:nvSpPr>
        <p:spPr>
          <a:xfrm>
            <a:off x="4902048" y="333373"/>
            <a:ext cx="4353503" cy="3566160"/>
          </a:xfrm>
          <a:prstGeom prst="roundRect">
            <a:avLst>
              <a:gd name="adj" fmla="val 0"/>
            </a:avLst>
          </a:prstGeom>
          <a:solidFill>
            <a:schemeClr val="accent1"/>
          </a:solidFill>
          <a:ln>
            <a:noFill/>
          </a:ln>
          <a:effectLst/>
        </p:spPr>
        <p:txBody>
          <a:bodyPr lIns="108000" anchor="ctr"/>
          <a:lstStyle>
            <a:lvl1pPr marL="0" indent="0" algn="l">
              <a:lnSpc>
                <a:spcPct val="100000"/>
              </a:lnSpc>
              <a:tabLst/>
              <a:defRPr sz="3200" b="1">
                <a:solidFill>
                  <a:schemeClr val="bg1"/>
                </a:solidFill>
                <a:effectLst/>
                <a:latin typeface="+mn-lt"/>
                <a:cs typeface="Arial"/>
              </a:defRPr>
            </a:lvl1pPr>
            <a:lvl2pPr marL="0" indent="0" algn="l">
              <a:lnSpc>
                <a:spcPct val="100000"/>
              </a:lnSpc>
              <a:defRPr>
                <a:solidFill>
                  <a:schemeClr val="bg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a:p>
            <a:pPr lvl="1"/>
            <a:r>
              <a:rPr lang="en-US" altLang="ja-JP" dirty="0"/>
              <a:t>Second level</a:t>
            </a:r>
          </a:p>
        </p:txBody>
      </p:sp>
      <p:sp>
        <p:nvSpPr>
          <p:cNvPr id="21" name="Text Placeholder 4"/>
          <p:cNvSpPr>
            <a:spLocks noGrp="1"/>
          </p:cNvSpPr>
          <p:nvPr>
            <p:ph type="body" sz="quarter" idx="14" hasCustomPrompt="1"/>
          </p:nvPr>
        </p:nvSpPr>
        <p:spPr>
          <a:xfrm>
            <a:off x="9359747" y="333373"/>
            <a:ext cx="2460778"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6" name="Text Placeholder 4"/>
          <p:cNvSpPr>
            <a:spLocks noGrp="1"/>
          </p:cNvSpPr>
          <p:nvPr>
            <p:ph type="body" sz="quarter" idx="21" hasCustomPrompt="1"/>
          </p:nvPr>
        </p:nvSpPr>
        <p:spPr>
          <a:xfrm>
            <a:off x="9359747" y="3744196"/>
            <a:ext cx="2377440" cy="1076667"/>
          </a:xfrm>
          <a:prstGeom prst="roundRect">
            <a:avLst>
              <a:gd name="adj" fmla="val 0"/>
            </a:avLst>
          </a:prstGeom>
          <a:noFill/>
          <a:ln>
            <a:noFill/>
          </a:ln>
          <a:effectLst/>
        </p:spPr>
        <p:txBody>
          <a:bodyPr anchor="t" anchorCtr="0"/>
          <a:lstStyle>
            <a:lvl1pPr algn="ctr">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4" name="Text Placeholder 4"/>
          <p:cNvSpPr>
            <a:spLocks noGrp="1"/>
          </p:cNvSpPr>
          <p:nvPr>
            <p:ph type="body" sz="quarter" idx="13" hasCustomPrompt="1"/>
          </p:nvPr>
        </p:nvSpPr>
        <p:spPr>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bg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5" name="Text Placeholder 4"/>
          <p:cNvSpPr>
            <a:spLocks noGrp="1"/>
          </p:cNvSpPr>
          <p:nvPr>
            <p:ph type="body" sz="quarter" idx="20" hasCustomPrompt="1"/>
          </p:nvPr>
        </p:nvSpPr>
        <p:spPr>
          <a:xfrm>
            <a:off x="3877779" y="5399590"/>
            <a:ext cx="5371355" cy="837698"/>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2" name="Text Placeholder 4"/>
          <p:cNvSpPr>
            <a:spLocks noGrp="1"/>
          </p:cNvSpPr>
          <p:nvPr>
            <p:ph type="body" sz="quarter" idx="19" hasCustomPrompt="1"/>
          </p:nvPr>
        </p:nvSpPr>
        <p:spPr>
          <a:xfrm>
            <a:off x="9359747" y="4926695"/>
            <a:ext cx="2460778"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a:xfrm>
            <a:off x="3685309" y="-803564"/>
            <a:ext cx="0" cy="0"/>
          </a:xfrm>
          <a:prstGeom prst="rect">
            <a:avLst/>
          </a:prstGeom>
          <a:noFill/>
        </p:spPr>
        <p:txBody>
          <a:bodyPr wrap="none" rtlCol="0">
            <a:noAutofit/>
          </a:bodyPr>
          <a:lstStyle/>
          <a:p>
            <a:pPr algn="l"/>
            <a:endParaRPr lang="en-US" dirty="0" err="1">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30210417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C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p:nvSpPr>
        <p:spPr bwMode="gray">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03287" y="2880000"/>
            <a:ext cx="5385427" cy="1098000"/>
          </a:xfrm>
          <a:prstGeom prst="rect">
            <a:avLst/>
          </a:prstGeom>
        </p:spPr>
      </p:pic>
    </p:spTree>
    <p:extLst>
      <p:ext uri="{BB962C8B-B14F-4D97-AF65-F5344CB8AC3E}">
        <p14:creationId xmlns:p14="http://schemas.microsoft.com/office/powerpoint/2010/main" val="21033265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_Closing Slide Navy Dark with picture dark">
    <p:bg bwMode="gray">
      <p:bgPr>
        <a:solidFill>
          <a:schemeClr val="accent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30323057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_Divider_Image Left Dark">
    <p:bg bwMode="gray">
      <p:bgPr>
        <a:solidFill>
          <a:schemeClr val="accent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4495800" y="2286000"/>
            <a:ext cx="7315200" cy="3951288"/>
          </a:xfrm>
        </p:spPr>
        <p:txBody>
          <a:bodyPr/>
          <a:lstStyle>
            <a:lvl1pPr>
              <a:defRPr sz="4800">
                <a:solidFill>
                  <a:schemeClr val="bg1"/>
                </a:solidFill>
              </a:defRPr>
            </a:lvl1pPr>
          </a:lstStyle>
          <a:p>
            <a:r>
              <a:rPr lang="en-US" dirty="0"/>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2" name="Slide Number Placeholder 5">
            <a:extLst>
              <a:ext uri="{FF2B5EF4-FFF2-40B4-BE49-F238E27FC236}">
                <a16:creationId xmlns:a16="http://schemas.microsoft.com/office/drawing/2014/main" id="{0E3EC910-66B9-7290-6910-39097643AEA8}"/>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7" name="Footer Placeholder 4">
            <a:extLst>
              <a:ext uri="{FF2B5EF4-FFF2-40B4-BE49-F238E27FC236}">
                <a16:creationId xmlns:a16="http://schemas.microsoft.com/office/drawing/2014/main" id="{E28FF710-A250-66BE-1682-899EBECEAA90}"/>
              </a:ext>
            </a:extLst>
          </p:cNvPr>
          <p:cNvSpPr>
            <a:spLocks noGrp="1"/>
          </p:cNvSpPr>
          <p:nvPr>
            <p:ph type="ftr" sz="quarter" idx="3"/>
          </p:nvPr>
        </p:nvSpPr>
        <p:spPr bwMode="gray">
          <a:xfrm>
            <a:off x="4495800" y="6563358"/>
            <a:ext cx="324421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Tree>
    <p:extLst>
      <p:ext uri="{BB962C8B-B14F-4D97-AF65-F5344CB8AC3E}">
        <p14:creationId xmlns:p14="http://schemas.microsoft.com/office/powerpoint/2010/main" val="2753864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_Divider_InnovationCurve on Right Dark">
    <p:bg bwMode="gray">
      <p:bgPr>
        <a:solidFill>
          <a:schemeClr val="accent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371475" y="2286000"/>
            <a:ext cx="7315200" cy="3886200"/>
          </a:xfrm>
        </p:spPr>
        <p:txBody>
          <a:bodyPr/>
          <a:lstStyle>
            <a:lvl1pPr>
              <a:defRPr sz="4000">
                <a:solidFill>
                  <a:schemeClr val="bg1"/>
                </a:solidFill>
              </a:defRPr>
            </a:lvl1pPr>
          </a:lstStyle>
          <a:p>
            <a:r>
              <a:rPr lang="en-US" dirty="0"/>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pt-BR" noProof="0" dirty="0"/>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940970" y="2281852"/>
            <a:ext cx="3879556" cy="3890348"/>
          </a:xfrm>
          <a:prstGeom prst="rect">
            <a:avLst/>
          </a:prstGeom>
        </p:spPr>
      </p:pic>
    </p:spTree>
    <p:extLst>
      <p:ext uri="{BB962C8B-B14F-4D97-AF65-F5344CB8AC3E}">
        <p14:creationId xmlns:p14="http://schemas.microsoft.com/office/powerpoint/2010/main" val="2245215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_Divider_Innovation Curve Image Left Dark">
    <p:bg bwMode="gray">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p:spPr>
        <p:txBody>
          <a:bodyPr/>
          <a:lstStyle>
            <a:lvl1pPr>
              <a:defRPr sz="4000">
                <a:solidFill>
                  <a:schemeClr val="bg1"/>
                </a:solidFill>
              </a:defRPr>
            </a:lvl1pPr>
          </a:lstStyle>
          <a:p>
            <a:r>
              <a:rPr lang="en-US" dirty="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dirty="0"/>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7" name="Grid">
            <a:extLst>
              <a:ext uri="{FF2B5EF4-FFF2-40B4-BE49-F238E27FC236}">
                <a16:creationId xmlns:a16="http://schemas.microsoft.com/office/drawing/2014/main" id="{7C23E814-83D3-3A4C-E7C1-1CC5AAE30DD9}"/>
              </a:ext>
            </a:extLst>
          </p:cNvPr>
          <p:cNvSpPr>
            <a:spLocks noGrp="1"/>
          </p:cNvSpPr>
          <p:nvPr>
            <p:ph type="body" sz="quarter" idx="14" hasCustomPrompt="1"/>
          </p:nvPr>
        </p:nvSpPr>
        <p:spPr>
          <a:xfrm>
            <a:off x="389852" y="2403913"/>
            <a:ext cx="3755940" cy="3767718"/>
          </a:xfr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pPr lvl="0"/>
            <a:r>
              <a:rPr lang="de-DE"/>
              <a:t>.</a:t>
            </a:r>
          </a:p>
        </p:txBody>
      </p:sp>
      <p:sp>
        <p:nvSpPr>
          <p:cNvPr id="8" name="Mask">
            <a:extLst>
              <a:ext uri="{FF2B5EF4-FFF2-40B4-BE49-F238E27FC236}">
                <a16:creationId xmlns:a16="http://schemas.microsoft.com/office/drawing/2014/main" id="{6A3F8A03-35AC-7457-3761-25EFCA9E3C9A}"/>
              </a:ext>
            </a:extLst>
          </p:cNvPr>
          <p:cNvSpPr>
            <a:spLocks noGrp="1"/>
          </p:cNvSpPr>
          <p:nvPr>
            <p:ph type="pic" sz="quarter" idx="15"/>
          </p:nvPr>
        </p:nvSpPr>
        <p:spPr bwMode="gray">
          <a:xfrm>
            <a:off x="389852" y="2403913"/>
            <a:ext cx="3755940" cy="3767718"/>
          </a:xfrm>
          <a:custGeom>
            <a:avLst/>
            <a:gdLst>
              <a:gd name="connsiteX0" fmla="*/ 1221722 w 3755940"/>
              <a:gd name="connsiteY0" fmla="*/ 0 h 3767718"/>
              <a:gd name="connsiteX1" fmla="*/ 2020606 w 3755940"/>
              <a:gd name="connsiteY1" fmla="*/ 439029 h 3767718"/>
              <a:gd name="connsiteX2" fmla="*/ 2500058 w 3755940"/>
              <a:gd name="connsiteY2" fmla="*/ 1241044 h 3767718"/>
              <a:gd name="connsiteX3" fmla="*/ 3753449 w 3755940"/>
              <a:gd name="connsiteY3" fmla="*/ 3762701 h 3767718"/>
              <a:gd name="connsiteX4" fmla="*/ 3755940 w 3755940"/>
              <a:gd name="connsiteY4" fmla="*/ 3767718 h 3767718"/>
              <a:gd name="connsiteX5" fmla="*/ 2499239 w 3755940"/>
              <a:gd name="connsiteY5" fmla="*/ 3767718 h 3767718"/>
              <a:gd name="connsiteX6" fmla="*/ 2498278 w 3755940"/>
              <a:gd name="connsiteY6" fmla="*/ 3765796 h 3767718"/>
              <a:gd name="connsiteX7" fmla="*/ 1255918 w 3755940"/>
              <a:gd name="connsiteY7" fmla="*/ 1279154 h 3767718"/>
              <a:gd name="connsiteX8" fmla="*/ 1255918 w 3755940"/>
              <a:gd name="connsiteY8" fmla="*/ 3767718 h 3767718"/>
              <a:gd name="connsiteX9" fmla="*/ 1252431 w 3755940"/>
              <a:gd name="connsiteY9" fmla="*/ 3767718 h 3767718"/>
              <a:gd name="connsiteX10" fmla="*/ 0 w 3755940"/>
              <a:gd name="connsiteY10" fmla="*/ 3767718 h 3767718"/>
              <a:gd name="connsiteX11" fmla="*/ 0 w 3755940"/>
              <a:gd name="connsiteY11" fmla="*/ 1264422 h 3767718"/>
              <a:gd name="connsiteX12" fmla="*/ 299364 w 3755940"/>
              <a:gd name="connsiteY12" fmla="*/ 383020 h 3767718"/>
              <a:gd name="connsiteX13" fmla="*/ 1221722 w 3755940"/>
              <a:gd name="connsiteY13" fmla="*/ 0 h 376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5940" h="3767718">
                <a:moveTo>
                  <a:pt x="1221722" y="0"/>
                </a:moveTo>
                <a:cubicBezTo>
                  <a:pt x="1554534" y="0"/>
                  <a:pt x="1814293" y="189446"/>
                  <a:pt x="2020606" y="439029"/>
                </a:cubicBezTo>
                <a:cubicBezTo>
                  <a:pt x="2226883" y="688575"/>
                  <a:pt x="2380212" y="998721"/>
                  <a:pt x="2500058" y="1241044"/>
                </a:cubicBezTo>
                <a:lnTo>
                  <a:pt x="3753449" y="3762701"/>
                </a:lnTo>
                <a:lnTo>
                  <a:pt x="3755940" y="3767718"/>
                </a:lnTo>
                <a:lnTo>
                  <a:pt x="2499239" y="3767718"/>
                </a:lnTo>
                <a:lnTo>
                  <a:pt x="2498278" y="3765796"/>
                </a:lnTo>
                <a:lnTo>
                  <a:pt x="1255918" y="1279154"/>
                </a:lnTo>
                <a:lnTo>
                  <a:pt x="1255918" y="3767718"/>
                </a:lnTo>
                <a:cubicBezTo>
                  <a:pt x="1255918" y="3767718"/>
                  <a:pt x="1252431" y="3767718"/>
                  <a:pt x="1252431" y="3767718"/>
                </a:cubicBezTo>
                <a:lnTo>
                  <a:pt x="0" y="3767718"/>
                </a:lnTo>
                <a:lnTo>
                  <a:pt x="0" y="1264422"/>
                </a:lnTo>
                <a:cubicBezTo>
                  <a:pt x="0" y="932251"/>
                  <a:pt x="97677" y="616163"/>
                  <a:pt x="299364" y="383020"/>
                </a:cubicBezTo>
                <a:cubicBezTo>
                  <a:pt x="501086" y="149842"/>
                  <a:pt x="806677" y="0"/>
                  <a:pt x="1221722" y="0"/>
                </a:cubicBezTo>
                <a:close/>
              </a:path>
            </a:pathLst>
          </a:custGeom>
          <a:solidFill>
            <a:schemeClr val="accent6"/>
          </a:solidFill>
        </p:spPr>
        <p:txBody>
          <a:bodyPr wrap="square">
            <a:noAutofit/>
          </a:bodyPr>
          <a:lstStyle>
            <a:lvl1pPr>
              <a:defRPr sz="200">
                <a:solidFill>
                  <a:srgbClr val="070F26"/>
                </a:solidFill>
              </a:defRPr>
            </a:lvl1pPr>
          </a:lstStyle>
          <a:p>
            <a:endParaRPr lang="de-DE"/>
          </a:p>
        </p:txBody>
      </p:sp>
    </p:spTree>
    <p:extLst>
      <p:ext uri="{BB962C8B-B14F-4D97-AF65-F5344CB8AC3E}">
        <p14:creationId xmlns:p14="http://schemas.microsoft.com/office/powerpoint/2010/main" val="37232281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3_A_Cover_Full Image, Full Innovation Curv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10">
            <a:extLst>
              <a:ext uri="{FF2B5EF4-FFF2-40B4-BE49-F238E27FC236}">
                <a16:creationId xmlns:a16="http://schemas.microsoft.com/office/drawing/2014/main" id="{4F14EB54-BBEC-37B4-AE8C-F8EC2584F426}"/>
              </a:ext>
            </a:extLst>
          </p:cNvPr>
          <p:cNvSpPr>
            <a:spLocks noGrp="1"/>
          </p:cNvSpPr>
          <p:nvPr>
            <p:ph type="body" sz="quarter" idx="14" hasCustomPrompt="1"/>
          </p:nvPr>
        </p:nvSpPr>
        <p:spPr bwMode="gray">
          <a:xfrm>
            <a:off x="-42528" y="-63794"/>
            <a:ext cx="12277060" cy="7038754"/>
          </a:xfrm>
          <a:gradFill flip="none" rotWithShape="0">
            <a:gsLst>
              <a:gs pos="0">
                <a:schemeClr val="accent1">
                  <a:alpha val="44000"/>
                </a:schemeClr>
              </a:gs>
              <a:gs pos="99000">
                <a:schemeClr val="bg1">
                  <a:alpha val="0"/>
                  <a:lumMod val="0"/>
                </a:schemeClr>
              </a:gs>
            </a:gsLst>
            <a:lin ang="0" scaled="0"/>
            <a:tileRect/>
          </a:gradFill>
        </p:spPr>
        <p:txBody>
          <a:bodyPr vert="horz" wrap="square" lIns="0" tIns="0" rIns="0" bIns="0" rtlCol="0">
            <a:noAutofit/>
          </a:bodyPr>
          <a:lstStyle>
            <a:lvl1pPr>
              <a:defRPr lang="en-US" sz="100" dirty="0">
                <a:solidFill>
                  <a:schemeClr val="bg1"/>
                </a:solidFill>
              </a:defRPr>
            </a:lvl1pPr>
          </a:lstStyle>
          <a:p>
            <a:pPr lvl="0"/>
            <a:r>
              <a:rPr lang="en-US" dirty="0"/>
              <a:t>.</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p:cNvSpPr>
          <p:nvPr>
            <p:ph type="body" sz="quarter" idx="15" hasCustomPrompt="1"/>
          </p:nvPr>
        </p:nvSpPr>
        <p:spPr bwMode="black">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2" name="Infobox">
            <a:extLst>
              <a:ext uri="{FF2B5EF4-FFF2-40B4-BE49-F238E27FC236}">
                <a16:creationId xmlns:a16="http://schemas.microsoft.com/office/drawing/2014/main" id="{CDC6CD3E-31EA-EA2F-BE3B-37D4E6526A11}"/>
              </a:ext>
            </a:extLst>
          </p:cNvPr>
          <p:cNvSpPr>
            <a:spLocks noGrp="1"/>
          </p:cNvSpPr>
          <p:nvPr>
            <p:ph sz="quarter" idx="18" hasCustomPrompt="1"/>
          </p:nvPr>
        </p:nvSpPr>
        <p:spPr>
          <a:xfrm>
            <a:off x="371475" y="978242"/>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bg1"/>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71475" y="4183820"/>
            <a:ext cx="6991350" cy="1378779"/>
          </a:xfrm>
        </p:spPr>
        <p:txBody>
          <a:bodyPr vert="horz" lIns="0" tIns="45720" rIns="0" bIns="45720" rtlCol="0" anchor="b">
            <a:noAutofit/>
          </a:bodyPr>
          <a:lstStyle>
            <a:lvl1pPr>
              <a:defRPr lang="en-GB" sz="6600" b="0" i="0" dirty="0">
                <a:solidFill>
                  <a:srgbClr val="F8F8F8"/>
                </a:solidFill>
                <a:latin typeface="+mj-lt"/>
                <a:cs typeface="Times New Roman" panose="02020603050405020304" pitchFamily="18" charset="0"/>
              </a:defRPr>
            </a:lvl1pPr>
          </a:lstStyle>
          <a:p>
            <a:pPr lvl="0">
              <a:lnSpc>
                <a:spcPct val="100000"/>
              </a:lnSpc>
            </a:pPr>
            <a:r>
              <a:rPr lang="en-US" noProof="0" dirty="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71475" y="5555421"/>
            <a:ext cx="6991350" cy="323165"/>
          </a:xfrm>
          <a:prstGeom prst="rect">
            <a:avLst/>
          </a:prstGeom>
        </p:spPr>
        <p:txBody>
          <a:bodyPr wrap="square" lIns="0" tIns="45720" rIns="0">
            <a:spAutoFit/>
          </a:bodyPr>
          <a:lstStyle>
            <a:lvl1pPr>
              <a:spcBef>
                <a:spcPts val="0"/>
              </a:spcBef>
              <a:spcAft>
                <a:spcPts val="0"/>
              </a:spcAft>
              <a:defRPr lang="en-GB" sz="18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dirty="0"/>
              <a:t>Click to edit Master subtitle style</a:t>
            </a:r>
          </a:p>
        </p:txBody>
      </p:sp>
      <p:sp>
        <p:nvSpPr>
          <p:cNvPr id="5" name="Innovationcurve">
            <a:extLst>
              <a:ext uri="{FF2B5EF4-FFF2-40B4-BE49-F238E27FC236}">
                <a16:creationId xmlns:a16="http://schemas.microsoft.com/office/drawing/2014/main" id="{CCF83189-7D9C-725A-713D-1CBDC1CA2834}"/>
              </a:ext>
            </a:extLst>
          </p:cNvPr>
          <p:cNvSpPr>
            <a:spLocks noGrp="1"/>
          </p:cNvSpPr>
          <p:nvPr>
            <p:ph type="body" sz="quarter" idx="21" hasCustomPrompt="1"/>
          </p:nvPr>
        </p:nvSpPr>
        <p:spPr>
          <a:xfrm>
            <a:off x="7654931" y="9526"/>
            <a:ext cx="4537069" cy="6855458"/>
          </a:xfrm>
          <a:blipFill>
            <a:blip r:embed="rId4"/>
            <a:srcRect/>
            <a:stretch>
              <a:fillRect l="1" t="23" r="-50726" b="23"/>
            </a:stretch>
          </a:blipFill>
        </p:spPr>
        <p:txBody>
          <a:bodyPr>
            <a:noAutofit/>
          </a:bodyPr>
          <a:lstStyle>
            <a:lvl1pPr>
              <a:defRPr sz="200"/>
            </a:lvl1pPr>
          </a:lstStyle>
          <a:p>
            <a:pPr lvl="0"/>
            <a:r>
              <a:rPr lang="de-DE" dirty="0"/>
              <a:t>.</a:t>
            </a:r>
          </a:p>
        </p:txBody>
      </p:sp>
      <p:sp>
        <p:nvSpPr>
          <p:cNvPr id="3" name="Footer Placeholder 4">
            <a:extLst>
              <a:ext uri="{FF2B5EF4-FFF2-40B4-BE49-F238E27FC236}">
                <a16:creationId xmlns:a16="http://schemas.microsoft.com/office/drawing/2014/main" id="{F935CFA3-CC61-5066-0BBD-C02684A8D4C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a:t>© 2023 NTT DATA, Inc.</a:t>
            </a:r>
            <a:endParaRPr lang="en-US" dirty="0"/>
          </a:p>
        </p:txBody>
      </p:sp>
    </p:spTree>
    <p:extLst>
      <p:ext uri="{BB962C8B-B14F-4D97-AF65-F5344CB8AC3E}">
        <p14:creationId xmlns:p14="http://schemas.microsoft.com/office/powerpoint/2010/main" val="178467846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7" name="Rectá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es-ES" noProof="0"/>
              <a:t>Haga clic para modificar el estilo de título del patrón</a:t>
            </a:r>
            <a:endParaRPr lang="es-MX" noProof="0"/>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es-MX" noProof="0"/>
              <a:t>Haga clic para editar el estilo de subtítulo del patrón</a:t>
            </a:r>
          </a:p>
        </p:txBody>
      </p:sp>
      <p:sp>
        <p:nvSpPr>
          <p:cNvPr id="4" name="Marcador de fech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20DEF857-DA8F-4439-98D4-119A7351E455}" type="datetime1">
              <a:rPr lang="es-MX" noProof="0" smtClean="0"/>
              <a:t>24/08/2026</a:t>
            </a:fld>
            <a:endParaRPr lang="es-MX" noProof="0"/>
          </a:p>
        </p:txBody>
      </p:sp>
      <p:sp>
        <p:nvSpPr>
          <p:cNvPr id="5" name="Marcador de pie de página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es-MX" noProof="0"/>
          </a:p>
        </p:txBody>
      </p:sp>
      <p:sp>
        <p:nvSpPr>
          <p:cNvPr id="6" name="Marcador de número de diapositiva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es-MX" noProof="0" smtClean="0"/>
              <a:pPr rtl="0"/>
              <a:t>‹Nº›</a:t>
            </a:fld>
            <a:endParaRPr lang="es-MX" noProof="0"/>
          </a:p>
        </p:txBody>
      </p:sp>
    </p:spTree>
    <p:extLst>
      <p:ext uri="{BB962C8B-B14F-4D97-AF65-F5344CB8AC3E}">
        <p14:creationId xmlns:p14="http://schemas.microsoft.com/office/powerpoint/2010/main" val="26311685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A_Cover_Light_Full Innovation Curve">
    <p:spTree>
      <p:nvGrpSpPr>
        <p:cNvPr id="1" name=""/>
        <p:cNvGrpSpPr/>
        <p:nvPr/>
      </p:nvGrpSpPr>
      <p:grpSpPr>
        <a:xfrm>
          <a:off x="0" y="0"/>
          <a:ext cx="0" cy="0"/>
          <a:chOff x="0" y="0"/>
          <a:chExt cx="0" cy="0"/>
        </a:xfrm>
      </p:grpSpPr>
      <p:pic>
        <p:nvPicPr>
          <p:cNvPr id="14" name="Innovation Curve">
            <a:extLst>
              <a:ext uri="{FF2B5EF4-FFF2-40B4-BE49-F238E27FC236}">
                <a16:creationId xmlns:a16="http://schemas.microsoft.com/office/drawing/2014/main" id="{9211F747-506E-5ED4-9B68-EE6B3F99C90B}"/>
              </a:ext>
              <a:ext uri="{C183D7F6-B498-43B3-948B-1728B52AA6E4}">
                <adec:decorative xmlns:adec="http://schemas.microsoft.com/office/drawing/2017/decorative" val="1"/>
              </a:ext>
            </a:extLst>
          </p:cNvPr>
          <p:cNvPicPr>
            <a:picLocks noChangeAspect="1"/>
          </p:cNvPicPr>
          <p:nvPr userDrawn="1"/>
        </p:nvPicPr>
        <p:blipFill>
          <a:blip r:embed="rId2" cstate="email">
            <a:alphaModFix amt="3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a:xfrm>
            <a:off x="5322983" y="-14748"/>
            <a:ext cx="6872748" cy="6872748"/>
          </a:xfrm>
          <a:prstGeom prst="rect">
            <a:avLst/>
          </a:prstGeom>
        </p:spPr>
      </p:pic>
      <p:sp>
        <p:nvSpPr>
          <p:cNvPr id="16" name="Title 1">
            <a:extLst>
              <a:ext uri="{FF2B5EF4-FFF2-40B4-BE49-F238E27FC236}">
                <a16:creationId xmlns:a16="http://schemas.microsoft.com/office/drawing/2014/main" id="{1506BD0E-4DCD-8BA9-2037-DE975A1F0915}"/>
              </a:ext>
            </a:extLst>
          </p:cNvPr>
          <p:cNvSpPr>
            <a:spLocks noGrp="1"/>
          </p:cNvSpPr>
          <p:nvPr>
            <p:ph type="ctrTitle" hasCustomPrompt="1"/>
          </p:nvPr>
        </p:nvSpPr>
        <p:spPr bwMode="gray">
          <a:xfrm>
            <a:off x="380048" y="2438400"/>
            <a:ext cx="4843462"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DD68B773-8219-9567-613E-7A2F2D4F6C2B}"/>
              </a:ext>
            </a:extLst>
          </p:cNvPr>
          <p:cNvSpPr>
            <a:spLocks noGrp="1"/>
          </p:cNvSpPr>
          <p:nvPr>
            <p:ph type="subTitle" idx="1" hasCustomPrompt="1"/>
          </p:nvPr>
        </p:nvSpPr>
        <p:spPr bwMode="gray">
          <a:xfrm>
            <a:off x="380048" y="3810000"/>
            <a:ext cx="4843462"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2" name="Date Placeholder 3">
            <a:extLst>
              <a:ext uri="{FF2B5EF4-FFF2-40B4-BE49-F238E27FC236}">
                <a16:creationId xmlns:a16="http://schemas.microsoft.com/office/drawing/2014/main" id="{A9B553D8-6E2B-127F-58DE-5165236A2DF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ctr">
              <a:lnSpc>
                <a:spcPct val="100000"/>
              </a:lnSpc>
              <a:defRPr sz="1000">
                <a:solidFill>
                  <a:srgbClr val="6B6B6B"/>
                </a:solidFill>
              </a:defRPr>
            </a:lvl1p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3" name="Footer Placeholder 4">
            <a:extLst>
              <a:ext uri="{FF2B5EF4-FFF2-40B4-BE49-F238E27FC236}">
                <a16:creationId xmlns:a16="http://schemas.microsoft.com/office/drawing/2014/main" id="{0453B208-9097-2E2C-EC03-BD8A67670037}"/>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a:ea typeface="+mn-ea"/>
                <a:cs typeface="+mn-cs"/>
              </a:rPr>
              <a:t>© 2023 NTT DATA, Inc.</a:t>
            </a:r>
          </a:p>
        </p:txBody>
      </p:sp>
      <p:pic>
        <p:nvPicPr>
          <p:cNvPr id="4" name="NTT DATA Global Logo" descr="NTT DATA Logo">
            <a:extLst>
              <a:ext uri="{FF2B5EF4-FFF2-40B4-BE49-F238E27FC236}">
                <a16:creationId xmlns:a16="http://schemas.microsoft.com/office/drawing/2014/main" id="{07CD756B-D053-7A46-EC8E-FF1D6BF1F701}"/>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71475" y="320040"/>
            <a:ext cx="1959942" cy="399600"/>
          </a:xfrm>
          <a:prstGeom prst="rect">
            <a:avLst/>
          </a:prstGeom>
        </p:spPr>
      </p:pic>
      <p:sp>
        <p:nvSpPr>
          <p:cNvPr id="7" name="Info Box">
            <a:extLst>
              <a:ext uri="{FF2B5EF4-FFF2-40B4-BE49-F238E27FC236}">
                <a16:creationId xmlns:a16="http://schemas.microsoft.com/office/drawing/2014/main" id="{3CC8FA91-A78C-BC6E-F17A-FF26055644B2}"/>
              </a:ext>
              <a:ext uri="{C183D7F6-B498-43B3-948B-1728B52AA6E4}">
                <adec:decorative xmlns:adec="http://schemas.microsoft.com/office/drawing/2017/decorative" val="0"/>
              </a:ext>
            </a:extLst>
          </p:cNvPr>
          <p:cNvSpPr>
            <a:spLocks noGrp="1"/>
          </p:cNvSpPr>
          <p:nvPr>
            <p:ph sz="quarter" idx="18" hasCustomPrompt="1"/>
          </p:nvPr>
        </p:nvSpPr>
        <p:spPr>
          <a:xfrm>
            <a:off x="10101235"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tx2"/>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2535412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A_Cover_Light_Partial Innovation Curve">
    <p:spTree>
      <p:nvGrpSpPr>
        <p:cNvPr id="1" name=""/>
        <p:cNvGrpSpPr/>
        <p:nvPr/>
      </p:nvGrpSpPr>
      <p:grpSpPr>
        <a:xfrm>
          <a:off x="0" y="0"/>
          <a:ext cx="0" cy="0"/>
          <a:chOff x="0" y="0"/>
          <a:chExt cx="0" cy="0"/>
        </a:xfrm>
      </p:grpSpPr>
      <p:pic>
        <p:nvPicPr>
          <p:cNvPr id="16" name="Innovation Curve">
            <a:extLst>
              <a:ext uri="{FF2B5EF4-FFF2-40B4-BE49-F238E27FC236}">
                <a16:creationId xmlns:a16="http://schemas.microsoft.com/office/drawing/2014/main" id="{00ADE50C-F63B-648C-9FD0-E0FA384DFD0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userDrawn="1"/>
        </p:nvPicPr>
        <p:blipFill>
          <a:blip r:embed="rId2" cstate="email">
            <a:alphaModFix amt="20000"/>
            <a:extLst>
              <a:ext uri="{28A0092B-C50C-407E-A947-70E740481C1C}">
                <a14:useLocalDpi xmlns:a14="http://schemas.microsoft.com/office/drawing/2010/main"/>
              </a:ext>
            </a:extLst>
          </a:blip>
          <a:stretch>
            <a:fillRect/>
          </a:stretch>
        </p:blipFill>
        <p:spPr>
          <a:xfrm>
            <a:off x="7616952" y="0"/>
            <a:ext cx="4602549" cy="6876288"/>
          </a:xfrm>
          <a:prstGeom prst="rect">
            <a:avLst/>
          </a:prstGeom>
        </p:spPr>
      </p:pic>
      <p:sp>
        <p:nvSpPr>
          <p:cNvPr id="13" name="Title 1">
            <a:extLst>
              <a:ext uri="{FF2B5EF4-FFF2-40B4-BE49-F238E27FC236}">
                <a16:creationId xmlns:a16="http://schemas.microsoft.com/office/drawing/2014/main" id="{82ADFA92-0E48-355A-2DA8-D40523A9A84F}"/>
              </a:ext>
            </a:extLst>
          </p:cNvPr>
          <p:cNvSpPr>
            <a:spLocks noGrp="1"/>
          </p:cNvSpPr>
          <p:nvPr>
            <p:ph type="ctrTitle" hasCustomPrompt="1"/>
          </p:nvPr>
        </p:nvSpPr>
        <p:spPr bwMode="gray">
          <a:xfrm>
            <a:off x="380048" y="2438400"/>
            <a:ext cx="6969876"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5" name="Subtitle 2">
            <a:extLst>
              <a:ext uri="{FF2B5EF4-FFF2-40B4-BE49-F238E27FC236}">
                <a16:creationId xmlns:a16="http://schemas.microsoft.com/office/drawing/2014/main" id="{48B12889-37ED-D704-59B8-7CECF20BCF23}"/>
              </a:ext>
            </a:extLst>
          </p:cNvPr>
          <p:cNvSpPr>
            <a:spLocks noGrp="1"/>
          </p:cNvSpPr>
          <p:nvPr>
            <p:ph type="subTitle" idx="1" hasCustomPrompt="1"/>
          </p:nvPr>
        </p:nvSpPr>
        <p:spPr bwMode="gray">
          <a:xfrm>
            <a:off x="380048" y="3810000"/>
            <a:ext cx="6969876"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4" name="Footer Placeholder 4">
            <a:extLst>
              <a:ext uri="{FF2B5EF4-FFF2-40B4-BE49-F238E27FC236}">
                <a16:creationId xmlns:a16="http://schemas.microsoft.com/office/drawing/2014/main" id="{655333B3-E5F2-A1A8-F59F-D7085B34A14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3" name="Date Placeholder 3">
            <a:extLst>
              <a:ext uri="{FF2B5EF4-FFF2-40B4-BE49-F238E27FC236}">
                <a16:creationId xmlns:a16="http://schemas.microsoft.com/office/drawing/2014/main" id="{F00FCC36-8879-E02B-48F4-D31C54AAA166}"/>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pic>
        <p:nvPicPr>
          <p:cNvPr id="5" name="NTT DATA Global Logo">
            <a:extLst>
              <a:ext uri="{FF2B5EF4-FFF2-40B4-BE49-F238E27FC236}">
                <a16:creationId xmlns:a16="http://schemas.microsoft.com/office/drawing/2014/main" id="{6696BBEF-690F-3F5E-4ABD-464267D3697F}"/>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475" y="320040"/>
            <a:ext cx="1959942" cy="399600"/>
          </a:xfrm>
          <a:prstGeom prst="rect">
            <a:avLst/>
          </a:prstGeom>
        </p:spPr>
      </p:pic>
      <p:sp>
        <p:nvSpPr>
          <p:cNvPr id="6" name="Info Box">
            <a:extLst>
              <a:ext uri="{FF2B5EF4-FFF2-40B4-BE49-F238E27FC236}">
                <a16:creationId xmlns:a16="http://schemas.microsoft.com/office/drawing/2014/main" id="{A934FE38-155A-D06E-C380-44183B713798}"/>
              </a:ext>
            </a:extLst>
          </p:cNvPr>
          <p:cNvSpPr>
            <a:spLocks noGrp="1"/>
          </p:cNvSpPr>
          <p:nvPr>
            <p:ph sz="quarter" idx="20" hasCustomPrompt="1"/>
          </p:nvPr>
        </p:nvSpPr>
        <p:spPr>
          <a:xfrm>
            <a:off x="371475" y="5875374"/>
            <a:ext cx="1958400" cy="395869"/>
          </a:xfrm>
          <a:prstGeom prst="rect">
            <a:avLst/>
          </a:prstGeom>
          <a:ln>
            <a:noFill/>
          </a:ln>
        </p:spPr>
        <p:txBody>
          <a:bodyPr wrap="square" lIns="36000" tIns="36000" rIns="36000" bIns="36000">
            <a:noAutofit/>
          </a:bodyPr>
          <a:lstStyle>
            <a:lvl1pPr>
              <a:lnSpc>
                <a:spcPct val="100000"/>
              </a:lnSpc>
              <a:spcBef>
                <a:spcPts val="0"/>
              </a:spcBef>
              <a:spcAft>
                <a:spcPts val="0"/>
              </a:spcAft>
              <a:defRPr sz="700">
                <a:solidFill>
                  <a:srgbClr val="6B6B6B"/>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24333375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A_Cover_Light_No Innovation Curv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9CCA6BB-2FF1-1F79-CE75-4214597FB511}"/>
              </a:ext>
            </a:extLst>
          </p:cNvPr>
          <p:cNvSpPr>
            <a:spLocks noGrp="1"/>
          </p:cNvSpPr>
          <p:nvPr>
            <p:ph type="ctrTitle" hasCustomPrompt="1"/>
          </p:nvPr>
        </p:nvSpPr>
        <p:spPr bwMode="gray">
          <a:xfrm>
            <a:off x="380048" y="2438400"/>
            <a:ext cx="11440477" cy="1371600"/>
          </a:xfrm>
        </p:spPr>
        <p:txBody>
          <a:bodyPr vert="horz" lIns="0" tIns="45720" rIns="0" bIns="45720" rtlCol="0" anchor="b">
            <a:noAutofit/>
          </a:bodyPr>
          <a:lstStyle>
            <a:lvl1pPr>
              <a:defRPr lang="en-GB" sz="4400" b="0" i="0" dirty="0">
                <a:solidFill>
                  <a:schemeClr val="accent1"/>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4" name="Subtitle 2">
            <a:extLst>
              <a:ext uri="{FF2B5EF4-FFF2-40B4-BE49-F238E27FC236}">
                <a16:creationId xmlns:a16="http://schemas.microsoft.com/office/drawing/2014/main" id="{FFBC9B23-4469-4B26-BEC9-4E111C2B8F4B}"/>
              </a:ext>
            </a:extLst>
          </p:cNvPr>
          <p:cNvSpPr>
            <a:spLocks noGrp="1"/>
          </p:cNvSpPr>
          <p:nvPr>
            <p:ph type="subTitle" idx="1" hasCustomPrompt="1"/>
          </p:nvPr>
        </p:nvSpPr>
        <p:spPr bwMode="gray">
          <a:xfrm>
            <a:off x="380048" y="3810000"/>
            <a:ext cx="11440477" cy="353943"/>
          </a:xfrm>
        </p:spPr>
        <p:txBody>
          <a:bodyPr wrap="square" lIns="0" tIns="45720" rIns="0">
            <a:spAutoFit/>
          </a:bodyPr>
          <a:lstStyle>
            <a:lvl1pPr>
              <a:spcBef>
                <a:spcPts val="0"/>
              </a:spcBef>
              <a:spcAft>
                <a:spcPts val="0"/>
              </a:spcAft>
              <a:defRPr lang="en-GB" sz="2000" b="0" i="0" dirty="0">
                <a:solidFill>
                  <a:schemeClr val="accent1"/>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3" name="Date Placeholder 3">
            <a:extLst>
              <a:ext uri="{FF2B5EF4-FFF2-40B4-BE49-F238E27FC236}">
                <a16:creationId xmlns:a16="http://schemas.microsoft.com/office/drawing/2014/main" id="{606E1903-FF29-7A88-0707-803367E5E51E}"/>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4" name="Footer Placeholder 4">
            <a:extLst>
              <a:ext uri="{FF2B5EF4-FFF2-40B4-BE49-F238E27FC236}">
                <a16:creationId xmlns:a16="http://schemas.microsoft.com/office/drawing/2014/main" id="{EE186BE1-1DE6-82D8-B7EF-529F2205B840}"/>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2" name="Info Box">
            <a:extLst>
              <a:ext uri="{FF2B5EF4-FFF2-40B4-BE49-F238E27FC236}">
                <a16:creationId xmlns:a16="http://schemas.microsoft.com/office/drawing/2014/main" id="{7460FF67-E88C-345F-912C-69776540AF2A}"/>
              </a:ext>
            </a:extLst>
          </p:cNvPr>
          <p:cNvSpPr>
            <a:spLocks noGrp="1"/>
          </p:cNvSpPr>
          <p:nvPr>
            <p:ph sz="quarter" idx="19"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rgbClr val="6B6B6B"/>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pic>
        <p:nvPicPr>
          <p:cNvPr id="5" name="NTT DATA Global Logo">
            <a:extLst>
              <a:ext uri="{FF2B5EF4-FFF2-40B4-BE49-F238E27FC236}">
                <a16:creationId xmlns:a16="http://schemas.microsoft.com/office/drawing/2014/main" id="{2F900288-9276-0271-5B36-DA597F55D4E8}"/>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71475" y="320040"/>
            <a:ext cx="1959942" cy="399600"/>
          </a:xfrm>
          <a:prstGeom prst="rect">
            <a:avLst/>
          </a:prstGeom>
        </p:spPr>
      </p:pic>
    </p:spTree>
    <p:extLst>
      <p:ext uri="{BB962C8B-B14F-4D97-AF65-F5344CB8AC3E}">
        <p14:creationId xmlns:p14="http://schemas.microsoft.com/office/powerpoint/2010/main" val="9515770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_Cover_Light_Image Bottom">
    <p:bg>
      <p:bgPr>
        <a:solidFill>
          <a:schemeClr val="bg1"/>
        </a:solidFill>
        <a:effectLst/>
      </p:bgPr>
    </p:bg>
    <p:spTree>
      <p:nvGrpSpPr>
        <p:cNvPr id="1" name=""/>
        <p:cNvGrpSpPr/>
        <p:nvPr/>
      </p:nvGrpSpPr>
      <p:grpSpPr>
        <a:xfrm>
          <a:off x="0" y="0"/>
          <a:ext cx="0" cy="0"/>
          <a:chOff x="0" y="0"/>
          <a:chExt cx="0" cy="0"/>
        </a:xfrm>
      </p:grpSpPr>
      <p:sp>
        <p:nvSpPr>
          <p:cNvPr id="11" name="Text Placeholder 20">
            <a:extLst>
              <a:ext uri="{FF2B5EF4-FFF2-40B4-BE49-F238E27FC236}">
                <a16:creationId xmlns:a16="http://schemas.microsoft.com/office/drawing/2014/main" id="{4C066D7D-0D2A-E525-7A09-B865124FD30F}"/>
              </a:ext>
            </a:extLst>
          </p:cNvPr>
          <p:cNvSpPr>
            <a:spLocks noGrp="1"/>
          </p:cNvSpPr>
          <p:nvPr>
            <p:ph type="body" sz="quarter" idx="17"/>
          </p:nvPr>
        </p:nvSpPr>
        <p:spPr>
          <a:xfrm>
            <a:off x="0" y="3352800"/>
            <a:ext cx="12192000" cy="3505200"/>
          </a:xfrm>
          <a:prstGeom prst="rect">
            <a:avLst/>
          </a:prstGeom>
          <a:solidFill>
            <a:srgbClr val="050D24">
              <a:alpha val="57647"/>
            </a:srgbClr>
          </a:solidFill>
        </p:spPr>
        <p:txBody>
          <a:bodyPr/>
          <a:lstStyle>
            <a:lvl1pPr>
              <a:defRPr>
                <a:noFill/>
              </a:defRPr>
            </a:lvl1pPr>
            <a:lvl2pPr>
              <a:defRPr>
                <a:noFill/>
              </a:defRPr>
            </a:lvl2pPr>
            <a:lvl3pPr marL="914400" indent="0">
              <a:buNone/>
              <a:defRPr>
                <a:noFill/>
              </a:defRPr>
            </a:lvl3pPr>
            <a:lvl4pPr marL="1371600" indent="0">
              <a:buNone/>
              <a:defRPr>
                <a:noFill/>
              </a:defRPr>
            </a:lvl4pPr>
            <a:lvl5pPr marL="1828800" indent="0">
              <a:buNone/>
              <a:defRPr>
                <a:noFill/>
              </a:defRPr>
            </a:lvl5pPr>
          </a:lstStyle>
          <a:p>
            <a:pPr lvl="0"/>
            <a:r>
              <a:rPr lang="en-US"/>
              <a:t>Click to edit Master text styles</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71475" y="2050182"/>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accent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dirty="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a:xfrm>
            <a:off x="371475" y="1412875"/>
            <a:ext cx="11449050" cy="651610"/>
          </a:xfrm>
        </p:spPr>
        <p:txBody>
          <a:bodyPr/>
          <a:lstStyle>
            <a:lvl1pPr>
              <a:defRPr sz="4400" b="0">
                <a:solidFill>
                  <a:schemeClr val="accent1"/>
                </a:solidFill>
              </a:defRPr>
            </a:lvl1pPr>
          </a:lstStyle>
          <a:p>
            <a:r>
              <a:rPr lang="en-US" dirty="0"/>
              <a:t>Click to edit title</a:t>
            </a:r>
          </a:p>
        </p:txBody>
      </p:sp>
      <p:sp>
        <p:nvSpPr>
          <p:cNvPr id="14" name="Innovation Curve Over">
            <a:extLst>
              <a:ext uri="{FF2B5EF4-FFF2-40B4-BE49-F238E27FC236}">
                <a16:creationId xmlns:a16="http://schemas.microsoft.com/office/drawing/2014/main" id="{0E296AC8-E4D5-3A7F-3C42-CC289AAB1E6B}"/>
              </a:ext>
              <a:ext uri="{C183D7F6-B498-43B3-948B-1728B52AA6E4}">
                <adec:decorative xmlns:adec="http://schemas.microsoft.com/office/drawing/2017/decorative" val="1"/>
              </a:ext>
            </a:extLst>
          </p:cNvPr>
          <p:cNvSpPr>
            <a:spLocks noGrp="1"/>
          </p:cNvSpPr>
          <p:nvPr>
            <p:ph type="body" sz="quarter" idx="22"/>
          </p:nvPr>
        </p:nvSpPr>
        <p:spPr>
          <a:xfrm>
            <a:off x="9067800" y="3733800"/>
            <a:ext cx="2741663" cy="27432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a:noFill/>
              </a:defRPr>
            </a:lvl1pPr>
            <a:lvl2pPr>
              <a:defRPr>
                <a:noFill/>
              </a:defRPr>
            </a:lvl2pPr>
            <a:lvl3pPr>
              <a:defRPr>
                <a:noFill/>
              </a:defRPr>
            </a:lvl3pPr>
            <a:lvl4pPr>
              <a:defRPr>
                <a:noFill/>
              </a:defRPr>
            </a:lvl4pPr>
            <a:lvl5pPr>
              <a:defRPr>
                <a:noFill/>
              </a:defRPr>
            </a:lvl5pPr>
          </a:lstStyle>
          <a:p>
            <a:pPr lvl="0"/>
            <a:r>
              <a:rPr lang="en-US"/>
              <a:t>Click to edit Master text styles</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26140" y="3147301"/>
            <a:ext cx="794384" cy="88901"/>
          </a:xfrm>
          <a:prstGeom prst="rect">
            <a:avLst/>
          </a:prstGeom>
          <a:ln>
            <a:noFill/>
          </a:ln>
        </p:spPr>
        <p:txBody>
          <a:bodyPr vert="horz" lIns="0" tIns="0" rIns="0" bIns="0" rtlCol="0" anchor="ctr">
            <a:noAutofit/>
          </a:bodyPr>
          <a:lstStyle>
            <a:lvl1pPr algn="r">
              <a:lnSpc>
                <a:spcPct val="100000"/>
              </a:lnSpc>
              <a:defRPr sz="1000">
                <a:solidFill>
                  <a:srgbClr val="6B6B6B"/>
                </a:solidFill>
              </a:defRPr>
            </a:lvl1p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123498" cy="88901"/>
          </a:xfrm>
          <a:prstGeom prst="rect">
            <a:avLst/>
          </a:prstGeom>
          <a:ln>
            <a:noFill/>
          </a:ln>
        </p:spPr>
        <p:txBody>
          <a:bodyPr vert="horz" lIns="0" tIns="0" rIns="0" bIns="0" rtlCol="0" anchor="ctr">
            <a:noAutofit/>
          </a:bodyPr>
          <a:lstStyle>
            <a:lvl1pPr algn="l">
              <a:lnSpc>
                <a:spcPct val="100000"/>
              </a:lnSpc>
              <a:defRPr sz="10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2" name="Info box">
            <a:extLst>
              <a:ext uri="{FF2B5EF4-FFF2-40B4-BE49-F238E27FC236}">
                <a16:creationId xmlns:a16="http://schemas.microsoft.com/office/drawing/2014/main" id="{979EC8F5-DC72-37F6-85BB-C3ADC50D2DFB}"/>
              </a:ext>
            </a:extLst>
          </p:cNvPr>
          <p:cNvSpPr>
            <a:spLocks noGrp="1"/>
          </p:cNvSpPr>
          <p:nvPr>
            <p:ph sz="quarter" idx="19"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rgbClr val="6B6B6B"/>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pic>
        <p:nvPicPr>
          <p:cNvPr id="4" name="NTT DATA Global Logo">
            <a:extLst>
              <a:ext uri="{FF2B5EF4-FFF2-40B4-BE49-F238E27FC236}">
                <a16:creationId xmlns:a16="http://schemas.microsoft.com/office/drawing/2014/main" id="{93955C0C-38C4-366F-0C4D-7A71C122ED79}"/>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71475" y="320040"/>
            <a:ext cx="1959942" cy="399600"/>
          </a:xfrm>
          <a:prstGeom prst="rect">
            <a:avLst/>
          </a:prstGeom>
        </p:spPr>
      </p:pic>
    </p:spTree>
    <p:extLst>
      <p:ext uri="{BB962C8B-B14F-4D97-AF65-F5344CB8AC3E}">
        <p14:creationId xmlns:p14="http://schemas.microsoft.com/office/powerpoint/2010/main" val="29601124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19364282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B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p:txBody>
          <a:bodyPr/>
          <a:lstStyle>
            <a:lvl2pPr>
              <a:defRPr/>
            </a:lvl2pPr>
            <a:lvl3pPr>
              <a:defRPr/>
            </a:lvl3pPr>
            <a:lvl4pPr>
              <a:defRPr/>
            </a:lvl4pPr>
            <a:lvl5pP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20281950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B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15559184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858059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p:spPr>
        <p:txBody>
          <a:bodyPr/>
          <a:lstStyle>
            <a:lvl1pPr>
              <a:lnSpc>
                <a:spcPct val="100000"/>
              </a:lnSpc>
              <a:spcBef>
                <a:spcPts val="0"/>
              </a:spcBef>
              <a:defRPr sz="1800">
                <a:solidFill>
                  <a:schemeClr val="accent2"/>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1607709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_Blank_Ligh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86120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_Blank_Light with footer">
    <p:bg>
      <p:bgPr>
        <a:solidFill>
          <a:schemeClr val="bg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5167294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_Picture Full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solidFill>
            <a:schemeClr val="bg1"/>
          </a:solidFill>
        </p:spPr>
        <p:txBody>
          <a:bodyPr anchor="ctr" anchorCtr="0"/>
          <a:lstStyle>
            <a:lvl1pPr algn="ctr">
              <a:defRPr sz="2000">
                <a:solidFill>
                  <a:srgbClr val="0072BC"/>
                </a:solidFill>
              </a:defRPr>
            </a:lvl1pPr>
          </a:lstStyle>
          <a:p>
            <a:r>
              <a:rPr lang="en-US" dirty="0"/>
              <a:t>Click to add picture</a:t>
            </a:r>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dirty="0"/>
              <a:t>Click to edit Master title style</a:t>
            </a:r>
          </a:p>
        </p:txBody>
      </p:sp>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 2023 NTT DATA, Inc.</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FFFFFF"/>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FFFFFF"/>
              </a:solidFill>
              <a:effectLst/>
              <a:uLnTx/>
              <a:uFillTx/>
              <a:latin typeface="Arial"/>
              <a:ea typeface="+mn-ea"/>
              <a:cs typeface="+mn-cs"/>
            </a:endParaRPr>
          </a:p>
        </p:txBody>
      </p:sp>
      <p:sp>
        <p:nvSpPr>
          <p:cNvPr id="3" name="NTT DATA Global Logo" descr="NTT DATA Global Logo">
            <a:extLst>
              <a:ext uri="{FF2B5EF4-FFF2-40B4-BE49-F238E27FC236}">
                <a16:creationId xmlns:a16="http://schemas.microsoft.com/office/drawing/2014/main" id="{AAC9A100-4458-748B-AE62-3E3DB5DF4514}"/>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DE" sz="200" b="0" i="0" u="none" strike="noStrike" kern="1200" cap="none" spc="0" normalizeH="0" baseline="0" noProof="0">
                <a:ln>
                  <a:noFill/>
                </a:ln>
                <a:solidFill>
                  <a:srgbClr val="0072BC"/>
                </a:solidFill>
                <a:effectLst/>
                <a:uLnTx/>
                <a:uFillTx/>
                <a:latin typeface="Arial"/>
                <a:ea typeface="+mn-ea"/>
                <a:cs typeface="+mn-cs"/>
              </a:rPr>
              <a:t> </a:t>
            </a:r>
            <a:endParaRPr kumimoji="0" lang="en-DE" sz="200" b="0" i="0" u="none" strike="noStrike" kern="1200" cap="none" spc="0" normalizeH="0" baseline="0" noProof="0" dirty="0">
              <a:ln>
                <a:noFill/>
              </a:ln>
              <a:solidFill>
                <a:srgbClr val="0072BC"/>
              </a:solidFill>
              <a:effectLst/>
              <a:uLnTx/>
              <a:uFillTx/>
              <a:latin typeface="Arial"/>
              <a:ea typeface="+mn-ea"/>
              <a:cs typeface="+mn-cs"/>
            </a:endParaRPr>
          </a:p>
        </p:txBody>
      </p:sp>
    </p:spTree>
    <p:extLst>
      <p:ext uri="{BB962C8B-B14F-4D97-AF65-F5344CB8AC3E}">
        <p14:creationId xmlns:p14="http://schemas.microsoft.com/office/powerpoint/2010/main" val="36362099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_Picture Right Light">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2" name="NTT DATA Global Logo" descr="NTT DATA Global Logo">
            <a:extLst>
              <a:ext uri="{FF2B5EF4-FFF2-40B4-BE49-F238E27FC236}">
                <a16:creationId xmlns:a16="http://schemas.microsoft.com/office/drawing/2014/main" id="{5082467D-38B1-0541-A8E7-DD846D36F5B1}"/>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DE" sz="200" b="0" i="0" u="none" strike="noStrike" kern="1200" cap="none" spc="0" normalizeH="0" baseline="0" noProof="0">
                <a:ln>
                  <a:noFill/>
                </a:ln>
                <a:solidFill>
                  <a:srgbClr val="0072BC"/>
                </a:solidFill>
                <a:effectLst/>
                <a:uLnTx/>
                <a:uFillTx/>
                <a:latin typeface="Arial"/>
                <a:ea typeface="+mn-ea"/>
                <a:cs typeface="+mn-cs"/>
              </a:rPr>
              <a:t> </a:t>
            </a:r>
            <a:endParaRPr kumimoji="0" lang="en-DE" sz="200" b="0" i="0" u="none" strike="noStrike" kern="1200" cap="none" spc="0" normalizeH="0" baseline="0" noProof="0" dirty="0">
              <a:ln>
                <a:noFill/>
              </a:ln>
              <a:solidFill>
                <a:srgbClr val="0072BC"/>
              </a:solidFill>
              <a:effectLst/>
              <a:uLnTx/>
              <a:uFillTx/>
              <a:latin typeface="Arial"/>
              <a:ea typeface="+mn-ea"/>
              <a:cs typeface="+mn-cs"/>
            </a:endParaRPr>
          </a:p>
        </p:txBody>
      </p:sp>
    </p:spTree>
    <p:extLst>
      <p:ext uri="{BB962C8B-B14F-4D97-AF65-F5344CB8AC3E}">
        <p14:creationId xmlns:p14="http://schemas.microsoft.com/office/powerpoint/2010/main" val="75953501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_Picture Left Light">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586909" y="333375"/>
            <a:ext cx="7233616" cy="792000"/>
          </a:xfrm>
        </p:spPr>
        <p:txBody>
          <a:bodyPr vert="horz"/>
          <a:lstStyle/>
          <a:p>
            <a:r>
              <a:rPr lang="en-US" dirty="0"/>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9629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4338956" y="6563358"/>
            <a:ext cx="3524884"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Tree>
    <p:extLst>
      <p:ext uri="{BB962C8B-B14F-4D97-AF65-F5344CB8AC3E}">
        <p14:creationId xmlns:p14="http://schemas.microsoft.com/office/powerpoint/2010/main" val="366968449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_Picture Bottom Light">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52800"/>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Arial"/>
                <a:ea typeface="+mn-ea"/>
                <a:cs typeface="+mn-cs"/>
              </a:rPr>
              <a:t>© 2023 NTT DATA, Inc.</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FFFFFF"/>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FFFFFF"/>
              </a:solidFill>
              <a:effectLst/>
              <a:uLnTx/>
              <a:uFillTx/>
              <a:latin typeface="Arial"/>
              <a:ea typeface="+mn-ea"/>
              <a:cs typeface="+mn-cs"/>
            </a:endParaRPr>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2" name="NTT DATA Global Logo" descr="NTT DATA Global Logo">
            <a:extLst>
              <a:ext uri="{FF2B5EF4-FFF2-40B4-BE49-F238E27FC236}">
                <a16:creationId xmlns:a16="http://schemas.microsoft.com/office/drawing/2014/main" id="{331DD0DE-B5CC-A60D-D998-80C96B7B6CAD}"/>
              </a:ext>
            </a:extLst>
          </p:cNvPr>
          <p:cNvSpPr txBox="1">
            <a:spLocks noChangeAspect="1"/>
          </p:cNvSpPr>
          <p:nvPr userDrawn="1"/>
        </p:nvSpPr>
        <p:spPr bwMode="gray">
          <a:xfrm>
            <a:off x="10531725" y="6449437"/>
            <a:ext cx="1288800" cy="26310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DE" sz="200" b="0" i="0" u="none" strike="noStrike" kern="1200" cap="none" spc="0" normalizeH="0" baseline="0" noProof="0">
                <a:ln>
                  <a:noFill/>
                </a:ln>
                <a:solidFill>
                  <a:srgbClr val="0072BC"/>
                </a:solidFill>
                <a:effectLst/>
                <a:uLnTx/>
                <a:uFillTx/>
                <a:latin typeface="Arial"/>
                <a:ea typeface="+mn-ea"/>
                <a:cs typeface="+mn-cs"/>
              </a:rPr>
              <a:t> </a:t>
            </a:r>
            <a:endParaRPr kumimoji="0" lang="en-DE" sz="200" b="0" i="0" u="none" strike="noStrike" kern="1200" cap="none" spc="0" normalizeH="0" baseline="0" noProof="0" dirty="0">
              <a:ln>
                <a:noFill/>
              </a:ln>
              <a:solidFill>
                <a:srgbClr val="0072BC"/>
              </a:solidFill>
              <a:effectLst/>
              <a:uLnTx/>
              <a:uFillTx/>
              <a:latin typeface="Arial"/>
              <a:ea typeface="+mn-ea"/>
              <a:cs typeface="+mn-cs"/>
            </a:endParaRPr>
          </a:p>
        </p:txBody>
      </p:sp>
    </p:spTree>
    <p:extLst>
      <p:ext uri="{BB962C8B-B14F-4D97-AF65-F5344CB8AC3E}">
        <p14:creationId xmlns:p14="http://schemas.microsoft.com/office/powerpoint/2010/main" val="19074398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_Pictures Three Ligh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18474622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_Picture Collection Light">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a:xfrm>
            <a:off x="3877779" y="3987605"/>
            <a:ext cx="5371355" cy="224968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3" name="Rounded Rectangle 12">
            <a:extLst>
              <a:ext uri="{C183D7F6-B498-43B3-948B-1728B52AA6E4}">
                <adec:decorative xmlns:adec="http://schemas.microsoft.com/office/drawing/2017/decorative" val="1"/>
              </a:ext>
            </a:extLst>
          </p:cNvPr>
          <p:cNvSpPr/>
          <p:nvPr userDrawn="1"/>
        </p:nvSpPr>
        <p:spPr>
          <a:xfrm>
            <a:off x="9349318" y="2163386"/>
            <a:ext cx="2484125"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10000"/>
              </a:lnSpc>
              <a:spcBef>
                <a:spcPts val="600"/>
              </a:spcBef>
              <a:spcAft>
                <a:spcPts val="0"/>
              </a:spcAft>
              <a:buClrTx/>
              <a:buSzTx/>
              <a:buFontTx/>
              <a:buNone/>
              <a:tabLst/>
              <a:defRPr/>
            </a:pPr>
            <a:endParaRPr kumimoji="0" lang="en-US" sz="2400" b="0" i="0" u="none" strike="noStrike" kern="1200" cap="none" spc="0" normalizeH="0" baseline="0" noProof="0" dirty="0">
              <a:ln>
                <a:noFill/>
              </a:ln>
              <a:solidFill>
                <a:srgbClr val="070F26"/>
              </a:solidFill>
              <a:effectLst/>
              <a:uLnTx/>
              <a:uFillTx/>
              <a:latin typeface="Arial"/>
              <a:ea typeface="+mn-ea"/>
              <a:cs typeface="+mn-cs"/>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a:xfrm>
            <a:off x="371475" y="333373"/>
            <a:ext cx="4419959" cy="3547536"/>
          </a:xfrm>
          <a:prstGeom prst="roundRect">
            <a:avLst>
              <a:gd name="adj" fmla="val 0"/>
            </a:avLst>
          </a:prstGeom>
          <a:solidFill>
            <a:schemeClr val="accent3"/>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a:xfrm>
            <a:off x="9349318" y="2140170"/>
            <a:ext cx="2484124" cy="268069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29" name="Text Placeholder 4"/>
          <p:cNvSpPr>
            <a:spLocks noGrp="1"/>
          </p:cNvSpPr>
          <p:nvPr>
            <p:ph type="body" sz="quarter" idx="23" hasCustomPrompt="1"/>
          </p:nvPr>
        </p:nvSpPr>
        <p:spPr>
          <a:xfrm>
            <a:off x="371475" y="2422522"/>
            <a:ext cx="4419959" cy="1458387"/>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19" name="Text Placeholder 4"/>
          <p:cNvSpPr>
            <a:spLocks noGrp="1"/>
          </p:cNvSpPr>
          <p:nvPr>
            <p:ph type="body" sz="quarter" idx="17" hasCustomPrompt="1"/>
          </p:nvPr>
        </p:nvSpPr>
        <p:spPr>
          <a:xfrm>
            <a:off x="4902048" y="333375"/>
            <a:ext cx="4347085" cy="3555695"/>
          </a:xfrm>
          <a:prstGeom prst="roundRect">
            <a:avLst>
              <a:gd name="adj" fmla="val 0"/>
            </a:avLst>
          </a:prstGeom>
          <a:solidFill>
            <a:schemeClr val="accent1"/>
          </a:solidFill>
          <a:ln>
            <a:noFill/>
          </a:ln>
          <a:effectLst/>
        </p:spPr>
        <p:txBody>
          <a:bodyPr lIns="108000" anchor="ctr"/>
          <a:lstStyle>
            <a:lvl1pPr marL="0" indent="0" algn="l">
              <a:lnSpc>
                <a:spcPct val="100000"/>
              </a:lnSpc>
              <a:tabLst/>
              <a:defRPr sz="3200" b="1">
                <a:solidFill>
                  <a:schemeClr val="bg1"/>
                </a:solidFill>
                <a:effectLst/>
                <a:latin typeface="+mn-lt"/>
                <a:cs typeface="Arial"/>
              </a:defRPr>
            </a:lvl1pPr>
            <a:lvl2pPr marL="0" indent="0" algn="l">
              <a:lnSpc>
                <a:spcPct val="100000"/>
              </a:lnSpc>
              <a:defRPr>
                <a:solidFill>
                  <a:schemeClr val="bg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a:p>
            <a:pPr lvl="1"/>
            <a:r>
              <a:rPr lang="en-US" altLang="ja-JP" dirty="0"/>
              <a:t>Second level</a:t>
            </a:r>
          </a:p>
        </p:txBody>
      </p:sp>
      <p:sp>
        <p:nvSpPr>
          <p:cNvPr id="21" name="Text Placeholder 4"/>
          <p:cNvSpPr>
            <a:spLocks noGrp="1"/>
          </p:cNvSpPr>
          <p:nvPr>
            <p:ph type="body" sz="quarter" idx="14" hasCustomPrompt="1"/>
          </p:nvPr>
        </p:nvSpPr>
        <p:spPr>
          <a:xfrm>
            <a:off x="9359747" y="333375"/>
            <a:ext cx="2474100"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6" name="Text Placeholder 4"/>
          <p:cNvSpPr>
            <a:spLocks noGrp="1"/>
          </p:cNvSpPr>
          <p:nvPr>
            <p:ph type="body" sz="quarter" idx="21" hasCustomPrompt="1"/>
          </p:nvPr>
        </p:nvSpPr>
        <p:spPr>
          <a:xfrm>
            <a:off x="9359747" y="3744196"/>
            <a:ext cx="2474099" cy="1076667"/>
          </a:xfrm>
          <a:prstGeom prst="roundRect">
            <a:avLst>
              <a:gd name="adj" fmla="val 0"/>
            </a:avLst>
          </a:prstGeom>
          <a:noFill/>
          <a:ln>
            <a:noFill/>
          </a:ln>
          <a:effectLst/>
        </p:spPr>
        <p:txBody>
          <a:bodyPr anchor="t" anchorCtr="0"/>
          <a:lstStyle>
            <a:lvl1pPr algn="ctr">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4" name="Text Placeholder 4"/>
          <p:cNvSpPr>
            <a:spLocks noGrp="1"/>
          </p:cNvSpPr>
          <p:nvPr>
            <p:ph type="body" sz="quarter" idx="13" hasCustomPrompt="1"/>
          </p:nvPr>
        </p:nvSpPr>
        <p:spPr>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bg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5" name="Text Placeholder 4"/>
          <p:cNvSpPr>
            <a:spLocks noGrp="1"/>
          </p:cNvSpPr>
          <p:nvPr>
            <p:ph type="body" sz="quarter" idx="20" hasCustomPrompt="1"/>
          </p:nvPr>
        </p:nvSpPr>
        <p:spPr>
          <a:xfrm>
            <a:off x="3877779" y="5399590"/>
            <a:ext cx="5371355" cy="837698"/>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2" name="Text Placeholder 4"/>
          <p:cNvSpPr>
            <a:spLocks noGrp="1"/>
          </p:cNvSpPr>
          <p:nvPr>
            <p:ph type="body" sz="quarter" idx="19" hasCustomPrompt="1"/>
          </p:nvPr>
        </p:nvSpPr>
        <p:spPr>
          <a:xfrm>
            <a:off x="9349318" y="4926695"/>
            <a:ext cx="2471207"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a:xfrm>
            <a:off x="3685309" y="-803564"/>
            <a:ext cx="0" cy="0"/>
          </a:xfrm>
          <a:prstGeom prst="rect">
            <a:avLst/>
          </a:prstGeom>
          <a:noFill/>
        </p:spPr>
        <p:txBody>
          <a:bodyPr wrap="none" rtlCol="0">
            <a:noAutofit/>
          </a:bodyPr>
          <a:lstStyle/>
          <a:p>
            <a:pPr marL="0" marR="0" lvl="0" indent="0" algn="l" defTabSz="914400" rtl="0" eaLnBrk="1" fontAlgn="auto" latinLnBrk="0" hangingPunct="1">
              <a:lnSpc>
                <a:spcPct val="110000"/>
              </a:lnSpc>
              <a:spcBef>
                <a:spcPts val="600"/>
              </a:spcBef>
              <a:spcAft>
                <a:spcPts val="0"/>
              </a:spcAft>
              <a:buClrTx/>
              <a:buSzTx/>
              <a:buFontTx/>
              <a:buNone/>
              <a:tabLst/>
              <a:defRPr/>
            </a:pPr>
            <a:endParaRPr kumimoji="0" lang="en-US" sz="1400" b="0" i="0" u="none" strike="noStrike" kern="1200" cap="none" spc="0" normalizeH="0" baseline="0" noProof="0" dirty="0" err="1">
              <a:ln>
                <a:noFill/>
              </a:ln>
              <a:solidFill>
                <a:srgbClr val="FFFFFF"/>
              </a:solidFill>
              <a:effectLst/>
              <a:uLnTx/>
              <a:uFillTx/>
              <a:latin typeface="Arial"/>
              <a:ea typeface="+mn-ea"/>
              <a:cs typeface="+mn-cs"/>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pt-BR" sz="800" b="0" i="0" u="none" strike="noStrike" kern="1200" cap="none" spc="0" normalizeH="0" baseline="0" noProof="0" dirty="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7371079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_Closing Slide White Light">
    <p:spTree>
      <p:nvGrpSpPr>
        <p:cNvPr id="1" name=""/>
        <p:cNvGrpSpPr/>
        <p:nvPr/>
      </p:nvGrpSpPr>
      <p:grpSpPr>
        <a:xfrm>
          <a:off x="0" y="0"/>
          <a:ext cx="0" cy="0"/>
          <a:chOff x="0" y="0"/>
          <a:chExt cx="0" cy="0"/>
        </a:xfrm>
      </p:grpSpPr>
      <p:pic>
        <p:nvPicPr>
          <p:cNvPr id="3" name="NTT DATA Global Logo">
            <a:extLst>
              <a:ext uri="{FF2B5EF4-FFF2-40B4-BE49-F238E27FC236}">
                <a16:creationId xmlns:a16="http://schemas.microsoft.com/office/drawing/2014/main" id="{01F40004-0B55-0534-B49E-3160E9FA2E10}"/>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403287" y="2880000"/>
            <a:ext cx="5385427" cy="1098000"/>
          </a:xfrm>
          <a:prstGeom prst="rect">
            <a:avLst/>
          </a:prstGeom>
        </p:spPr>
      </p:pic>
    </p:spTree>
    <p:extLst>
      <p:ext uri="{BB962C8B-B14F-4D97-AF65-F5344CB8AC3E}">
        <p14:creationId xmlns:p14="http://schemas.microsoft.com/office/powerpoint/2010/main" val="977350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_Closing Slide Future Blue with Picture Light">
    <p:bg>
      <p:bgPr>
        <a:solidFill>
          <a:schemeClr val="accent2"/>
        </a:solidFill>
        <a:effectLst/>
      </p:bgPr>
    </p:bg>
    <p:spTree>
      <p:nvGrpSpPr>
        <p:cNvPr id="1" name=""/>
        <p:cNvGrpSpPr/>
        <p:nvPr/>
      </p:nvGrpSpPr>
      <p:grpSpPr>
        <a:xfrm>
          <a:off x="0" y="0"/>
          <a:ext cx="0" cy="0"/>
          <a:chOff x="0" y="0"/>
          <a:chExt cx="0" cy="0"/>
        </a:xfrm>
      </p:grpSpPr>
      <p:sp>
        <p:nvSpPr>
          <p:cNvPr id="2" name="NTT DATA Global Logo" descr="NTT DATA Global Logo">
            <a:extLst>
              <a:ext uri="{FF2B5EF4-FFF2-40B4-BE49-F238E27FC236}">
                <a16:creationId xmlns:a16="http://schemas.microsoft.com/office/drawing/2014/main" id="{98CC4E28-4615-54DE-9A23-19AE8504C324}"/>
              </a:ext>
            </a:extLst>
          </p:cNvPr>
          <p:cNvSpPr>
            <a:spLocks noGrp="1" noChangeAspect="1"/>
          </p:cNvSpPr>
          <p:nvPr>
            <p:ph type="body" sz="quarter" idx="17" hasCustomPrompt="1"/>
          </p:nvPr>
        </p:nvSpPr>
        <p:spPr bwMode="black">
          <a:xfrm>
            <a:off x="3403200" y="2879266"/>
            <a:ext cx="5385600" cy="1099468"/>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3" name="Picture Placeholder 4">
            <a:extLst>
              <a:ext uri="{FF2B5EF4-FFF2-40B4-BE49-F238E27FC236}">
                <a16:creationId xmlns:a16="http://schemas.microsoft.com/office/drawing/2014/main" id="{FB17ABEB-CE11-6DFE-1EDF-82662ED8C955}"/>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chemeClr val="bg1"/>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Tree>
    <p:extLst>
      <p:ext uri="{BB962C8B-B14F-4D97-AF65-F5344CB8AC3E}">
        <p14:creationId xmlns:p14="http://schemas.microsoft.com/office/powerpoint/2010/main" val="28478856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_Divider_Image Left Light">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4495800" y="2286000"/>
            <a:ext cx="7315200" cy="3951288"/>
          </a:xfrm>
        </p:spPr>
        <p:txBody>
          <a:bodyPr/>
          <a:lstStyle>
            <a:lvl1pPr>
              <a:defRPr sz="4800">
                <a:solidFill>
                  <a:schemeClr val="accent1"/>
                </a:solidFill>
              </a:defRPr>
            </a:lvl1pPr>
          </a:lstStyle>
          <a:p>
            <a:r>
              <a:rPr lang="en-US" dirty="0"/>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dirty="0"/>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solidFill>
                  <a:schemeClr val="bg1"/>
                </a:solidFill>
              </a:defRPr>
            </a:lvl1pPr>
          </a:lstStyle>
          <a:p>
            <a:pPr lvl="0"/>
            <a:r>
              <a:rPr lang="en-US" dirty="0"/>
              <a:t> </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4495800" y="6563358"/>
            <a:ext cx="3202940"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14641369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_Divider_InnovationCurve on Right Light">
    <p:bg>
      <p:bgPr>
        <a:solidFill>
          <a:schemeClr val="bg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371475" y="2286000"/>
            <a:ext cx="7315200" cy="3886200"/>
          </a:xfrm>
        </p:spPr>
        <p:txBody>
          <a:bodyPr/>
          <a:lstStyle>
            <a:lvl1pPr>
              <a:defRPr sz="4000">
                <a:solidFill>
                  <a:schemeClr val="accent1"/>
                </a:solidFill>
              </a:defRPr>
            </a:lvl1pPr>
          </a:lstStyle>
          <a:p>
            <a:r>
              <a:rPr lang="en-US" dirty="0"/>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371475"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dirty="0"/>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17" name="Picture 6">
            <a:extLst>
              <a:ext uri="{FF2B5EF4-FFF2-40B4-BE49-F238E27FC236}">
                <a16:creationId xmlns:a16="http://schemas.microsoft.com/office/drawing/2014/main" id="{8E54CF47-5670-1E36-A01C-CE6BD5FD4ECA}"/>
              </a:ext>
            </a:extLst>
          </p:cNvPr>
          <p:cNvPicPr>
            <a:picLocks noChangeAspect="1"/>
          </p:cNvPicPr>
          <p:nvPr userDrawn="1"/>
        </p:nvPicPr>
        <p:blipFill>
          <a:blip r:embed="rId2" cstate="email">
            <a:alphaModFix amt="30000"/>
            <a:extLst>
              <a:ext uri="{28A0092B-C50C-407E-A947-70E740481C1C}">
                <a14:useLocalDpi xmlns:a14="http://schemas.microsoft.com/office/drawing/2010/main"/>
              </a:ext>
            </a:extLst>
          </a:blip>
          <a:stretch>
            <a:fillRect/>
          </a:stretch>
        </p:blipFill>
        <p:spPr>
          <a:xfrm>
            <a:off x="8070773" y="2431973"/>
            <a:ext cx="3740227" cy="3740227"/>
          </a:xfrm>
          <a:prstGeom prst="rect">
            <a:avLst/>
          </a:prstGeom>
        </p:spPr>
      </p:pic>
    </p:spTree>
    <p:extLst>
      <p:ext uri="{BB962C8B-B14F-4D97-AF65-F5344CB8AC3E}">
        <p14:creationId xmlns:p14="http://schemas.microsoft.com/office/powerpoint/2010/main" val="33084886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_Divider_Innovation Curve Image Left Ligh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p:spPr>
        <p:txBody>
          <a:bodyPr/>
          <a:lstStyle>
            <a:lvl1pPr>
              <a:defRPr sz="4000">
                <a:solidFill>
                  <a:schemeClr val="accent1"/>
                </a:solidFill>
              </a:defRPr>
            </a:lvl1pPr>
          </a:lstStyle>
          <a:p>
            <a:r>
              <a:rPr lang="en-US" dirty="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dirty="0"/>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218376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14" name="Picture 6">
            <a:extLst>
              <a:ext uri="{FF2B5EF4-FFF2-40B4-BE49-F238E27FC236}">
                <a16:creationId xmlns:a16="http://schemas.microsoft.com/office/drawing/2014/main" id="{AE44EF5E-6648-1398-B4E7-717D749EE98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94575" y="2447060"/>
            <a:ext cx="3718800" cy="3718800"/>
          </a:xfrm>
          <a:prstGeom prst="rect">
            <a:avLst/>
          </a:prstGeom>
        </p:spPr>
      </p:pic>
      <p:sp>
        <p:nvSpPr>
          <p:cNvPr id="15" name="Picture Placeholder 9">
            <a:extLst>
              <a:ext uri="{FF2B5EF4-FFF2-40B4-BE49-F238E27FC236}">
                <a16:creationId xmlns:a16="http://schemas.microsoft.com/office/drawing/2014/main" id="{C74CB7FF-BF38-583F-EB84-775D76F699B8}"/>
              </a:ext>
            </a:extLst>
          </p:cNvPr>
          <p:cNvSpPr>
            <a:spLocks noGrp="1"/>
          </p:cNvSpPr>
          <p:nvPr>
            <p:ph type="pic" sz="quarter" idx="17" hasCustomPrompt="1"/>
          </p:nvPr>
        </p:nvSpPr>
        <p:spPr>
          <a:xfrm>
            <a:off x="371475" y="2447060"/>
            <a:ext cx="3718800" cy="3718800"/>
          </a:xfrm>
          <a:custGeom>
            <a:avLst/>
            <a:gdLst>
              <a:gd name="connsiteX0" fmla="*/ 1704548 w 5267271"/>
              <a:gd name="connsiteY0" fmla="*/ 0 h 5272719"/>
              <a:gd name="connsiteX1" fmla="*/ 3527745 w 5267271"/>
              <a:gd name="connsiteY1" fmla="*/ 1774521 h 5272719"/>
              <a:gd name="connsiteX2" fmla="*/ 5267271 w 5267271"/>
              <a:gd name="connsiteY2" fmla="*/ 5269498 h 5272719"/>
              <a:gd name="connsiteX3" fmla="*/ 3509088 w 5267271"/>
              <a:gd name="connsiteY3" fmla="*/ 5269044 h 5272719"/>
              <a:gd name="connsiteX4" fmla="*/ 1794302 w 5267271"/>
              <a:gd name="connsiteY4" fmla="*/ 1858626 h 5272719"/>
              <a:gd name="connsiteX5" fmla="*/ 1794667 w 5267271"/>
              <a:gd name="connsiteY5" fmla="*/ 5270472 h 5272719"/>
              <a:gd name="connsiteX6" fmla="*/ 0 w 5267271"/>
              <a:gd name="connsiteY6" fmla="*/ 5272719 h 5272719"/>
              <a:gd name="connsiteX7" fmla="*/ 3384 w 5267271"/>
              <a:gd name="connsiteY7" fmla="*/ 1714773 h 5272719"/>
              <a:gd name="connsiteX8" fmla="*/ 569360 w 5267271"/>
              <a:gd name="connsiteY8" fmla="*/ 333790 h 5272719"/>
              <a:gd name="connsiteX9" fmla="*/ 1704548 w 5267271"/>
              <a:gd name="connsiteY9" fmla="*/ 0 h 527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67271" h="5272719">
                <a:moveTo>
                  <a:pt x="1704548" y="0"/>
                </a:moveTo>
                <a:cubicBezTo>
                  <a:pt x="2442328" y="19929"/>
                  <a:pt x="2925708" y="438914"/>
                  <a:pt x="3527745" y="1774521"/>
                </a:cubicBezTo>
                <a:lnTo>
                  <a:pt x="5267271" y="5269498"/>
                </a:lnTo>
                <a:lnTo>
                  <a:pt x="3509088" y="5269044"/>
                </a:lnTo>
                <a:cubicBezTo>
                  <a:pt x="2932089" y="4085847"/>
                  <a:pt x="2376159" y="3052885"/>
                  <a:pt x="1794302" y="1858626"/>
                </a:cubicBezTo>
                <a:cubicBezTo>
                  <a:pt x="1800510" y="2806405"/>
                  <a:pt x="1797959" y="3550976"/>
                  <a:pt x="1794667" y="5270472"/>
                </a:cubicBezTo>
                <a:lnTo>
                  <a:pt x="0" y="5272719"/>
                </a:lnTo>
                <a:cubicBezTo>
                  <a:pt x="6041" y="3933998"/>
                  <a:pt x="-2660" y="3106972"/>
                  <a:pt x="3384" y="1714773"/>
                </a:cubicBezTo>
                <a:cubicBezTo>
                  <a:pt x="20552" y="931022"/>
                  <a:pt x="285832" y="562108"/>
                  <a:pt x="569360" y="333790"/>
                </a:cubicBezTo>
                <a:cubicBezTo>
                  <a:pt x="852888" y="105472"/>
                  <a:pt x="1272212" y="9538"/>
                  <a:pt x="1704548" y="0"/>
                </a:cubicBezTo>
                <a:close/>
              </a:path>
            </a:pathLst>
          </a:custGeom>
          <a:solidFill>
            <a:schemeClr val="accent6"/>
          </a:solidFill>
          <a:ln w="12700">
            <a:noFill/>
          </a:ln>
          <a:effectLst/>
        </p:spPr>
        <p:txBody>
          <a:bodyPr wrap="none" lIns="0" tIns="1371600" rIns="0" anchor="t">
            <a:noAutofit/>
          </a:bodyPr>
          <a:lstStyle>
            <a:lvl1pPr marL="0" indent="0" algn="ctr">
              <a:buFontTx/>
              <a:buNone/>
              <a:defRPr sz="1100">
                <a:solidFill>
                  <a:schemeClr val="bg1"/>
                </a:solidFill>
              </a:defRPr>
            </a:lvl1pPr>
          </a:lstStyle>
          <a:p>
            <a:r>
              <a:rPr lang="en-US" dirty="0"/>
              <a:t> </a:t>
            </a:r>
          </a:p>
        </p:txBody>
      </p:sp>
    </p:spTree>
    <p:extLst>
      <p:ext uri="{BB962C8B-B14F-4D97-AF65-F5344CB8AC3E}">
        <p14:creationId xmlns:p14="http://schemas.microsoft.com/office/powerpoint/2010/main" val="9681122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Full Innovation Curve">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noProof="0" dirty="0"/>
              <a:t> </a:t>
            </a:r>
          </a:p>
        </p:txBody>
      </p:sp>
      <p:sp>
        <p:nvSpPr>
          <p:cNvPr id="8" name="Footer Placeholder 4">
            <a:extLst>
              <a:ext uri="{FF2B5EF4-FFF2-40B4-BE49-F238E27FC236}">
                <a16:creationId xmlns:a16="http://schemas.microsoft.com/office/drawing/2014/main" id="{5E9A5FE8-62E3-0D2E-834A-D1F1B8269B75}"/>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3" name="Innovation Curve">
            <a:extLst>
              <a:ext uri="{FF2B5EF4-FFF2-40B4-BE49-F238E27FC236}">
                <a16:creationId xmlns:a16="http://schemas.microsoft.com/office/drawing/2014/main" id="{18332D96-F8AA-AD1E-863A-6EA58DA26D4A}"/>
              </a:ext>
            </a:extLst>
          </p:cNvPr>
          <p:cNvSpPr>
            <a:spLocks noGrp="1"/>
          </p:cNvSpPr>
          <p:nvPr>
            <p:ph type="body" sz="quarter" idx="21" hasCustomPrompt="1"/>
          </p:nvPr>
        </p:nvSpPr>
        <p:spPr>
          <a:xfrm>
            <a:off x="5365655" y="0"/>
            <a:ext cx="6835842" cy="6858000"/>
          </a:xfrm>
          <a:blipFill>
            <a:blip r:embed="rId2"/>
            <a:stretch>
              <a:fillRect/>
            </a:stretch>
          </a:blipFill>
        </p:spPr>
        <p:txBody>
          <a:bodyPr/>
          <a:lstStyle>
            <a:lvl1pPr>
              <a:defRPr sz="200"/>
            </a:lvl1pPr>
          </a:lstStyle>
          <a:p>
            <a:pPr lvl="0"/>
            <a:r>
              <a:rPr lang="de-DE"/>
              <a:t>.</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noProof="0" dirty="0"/>
              <a:t>Click to add image. Then Reorder: Send to back</a:t>
            </a:r>
          </a:p>
        </p:txBody>
      </p:sp>
      <p:sp>
        <p:nvSpPr>
          <p:cNvPr id="2" name="Info box">
            <a:extLst>
              <a:ext uri="{FF2B5EF4-FFF2-40B4-BE49-F238E27FC236}">
                <a16:creationId xmlns:a16="http://schemas.microsoft.com/office/drawing/2014/main" id="{CDC6CD3E-31EA-EA2F-BE3B-37D4E6526A11}"/>
              </a:ext>
            </a:extLst>
          </p:cNvPr>
          <p:cNvSpPr>
            <a:spLocks noGrp="1"/>
          </p:cNvSpPr>
          <p:nvPr>
            <p:ph sz="quarter" idx="18" hasCustomPrompt="1"/>
          </p:nvPr>
        </p:nvSpPr>
        <p:spPr>
          <a:xfrm>
            <a:off x="10101235"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4" name="Date Placeholder 3">
            <a:extLst>
              <a:ext uri="{FF2B5EF4-FFF2-40B4-BE49-F238E27FC236}">
                <a16:creationId xmlns:a16="http://schemas.microsoft.com/office/drawing/2014/main" id="{C81BBD22-02FF-5EAB-ABA3-3C0BB396027D}"/>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8" name="Title 1">
            <a:extLst>
              <a:ext uri="{FF2B5EF4-FFF2-40B4-BE49-F238E27FC236}">
                <a16:creationId xmlns:a16="http://schemas.microsoft.com/office/drawing/2014/main" id="{6566C0A6-4FFE-882A-7F2D-B9B9A23AB5FB}"/>
              </a:ext>
            </a:extLst>
          </p:cNvPr>
          <p:cNvSpPr>
            <a:spLocks noGrp="1"/>
          </p:cNvSpPr>
          <p:nvPr>
            <p:ph type="ctrTitle" hasCustomPrompt="1"/>
          </p:nvPr>
        </p:nvSpPr>
        <p:spPr bwMode="gray">
          <a:xfrm>
            <a:off x="380048" y="2438400"/>
            <a:ext cx="4793932"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noProof="0" dirty="0"/>
              <a:t>Click to edit Master title Style</a:t>
            </a:r>
          </a:p>
        </p:txBody>
      </p:sp>
      <p:sp>
        <p:nvSpPr>
          <p:cNvPr id="19" name="Subtitle 2">
            <a:extLst>
              <a:ext uri="{FF2B5EF4-FFF2-40B4-BE49-F238E27FC236}">
                <a16:creationId xmlns:a16="http://schemas.microsoft.com/office/drawing/2014/main" id="{4FACCEEE-5469-CC54-C90B-C9C1BF3F2B90}"/>
              </a:ext>
            </a:extLst>
          </p:cNvPr>
          <p:cNvSpPr>
            <a:spLocks noGrp="1"/>
          </p:cNvSpPr>
          <p:nvPr>
            <p:ph type="subTitle" idx="1" hasCustomPrompt="1"/>
          </p:nvPr>
        </p:nvSpPr>
        <p:spPr bwMode="gray">
          <a:xfrm>
            <a:off x="380048" y="3810000"/>
            <a:ext cx="4793932"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noProof="0" dirty="0"/>
              <a:t>Click to edit Master subtitle style</a:t>
            </a:r>
          </a:p>
        </p:txBody>
      </p:sp>
      <p:sp>
        <p:nvSpPr>
          <p:cNvPr id="13" name="NTT DATA Global Logo" descr="NTT DATA Global Logo">
            <a:extLst>
              <a:ext uri="{FF2B5EF4-FFF2-40B4-BE49-F238E27FC236}">
                <a16:creationId xmlns:a16="http://schemas.microsoft.com/office/drawing/2014/main" id="{A6808F4F-EA69-F71A-723C-E607F8187929}"/>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12255298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Partial Innovation Curve">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2" name="Footer Placeholder 4">
            <a:extLst>
              <a:ext uri="{FF2B5EF4-FFF2-40B4-BE49-F238E27FC236}">
                <a16:creationId xmlns:a16="http://schemas.microsoft.com/office/drawing/2014/main" id="{EB69904B-F3B0-9924-1277-D5E10CC8F93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8" name="Innovation Curve">
            <a:extLst>
              <a:ext uri="{FF2B5EF4-FFF2-40B4-BE49-F238E27FC236}">
                <a16:creationId xmlns:a16="http://schemas.microsoft.com/office/drawing/2014/main" id="{F707DE12-3594-93EB-F056-2B2C43B24781}"/>
              </a:ext>
            </a:extLst>
          </p:cNvPr>
          <p:cNvSpPr>
            <a:spLocks noGrp="1"/>
          </p:cNvSpPr>
          <p:nvPr>
            <p:ph type="body" sz="quarter" idx="22" hasCustomPrompt="1"/>
          </p:nvPr>
        </p:nvSpPr>
        <p:spPr>
          <a:xfrm>
            <a:off x="7637463" y="3175"/>
            <a:ext cx="4554537" cy="6856413"/>
          </a:xfrm>
          <a:blipFill>
            <a:blip r:embed="rId2"/>
            <a:stretch>
              <a:fillRect/>
            </a:stretch>
          </a:blipFill>
        </p:spPr>
        <p:txBody>
          <a:bodyPr/>
          <a:lstStyle>
            <a:lvl1pPr>
              <a:defRPr sz="200"/>
            </a:lvl1pPr>
          </a:lstStyle>
          <a:p>
            <a:pPr lvl="0"/>
            <a:r>
              <a:rPr lang="de-DE"/>
              <a:t>.</a:t>
            </a:r>
          </a:p>
        </p:txBody>
      </p:sp>
      <p:sp>
        <p:nvSpPr>
          <p:cNvPr id="11" name="Date Placeholder 3">
            <a:extLst>
              <a:ext uri="{FF2B5EF4-FFF2-40B4-BE49-F238E27FC236}">
                <a16:creationId xmlns:a16="http://schemas.microsoft.com/office/drawing/2014/main" id="{612179AF-A82A-2C38-AA6E-ADD8AE770B11}"/>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8" y="2438400"/>
            <a:ext cx="6797992"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8" y="3810000"/>
            <a:ext cx="6797992"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13" name="NTT DATA Global Logo" descr="NTT DATA Global Logo">
            <a:extLst>
              <a:ext uri="{FF2B5EF4-FFF2-40B4-BE49-F238E27FC236}">
                <a16:creationId xmlns:a16="http://schemas.microsoft.com/office/drawing/2014/main" id="{F1A70F1C-0C1D-4983-5A07-15932C342795}"/>
              </a:ext>
            </a:extLst>
          </p:cNvPr>
          <p:cNvSpPr>
            <a:spLocks noGrp="1"/>
          </p:cNvSpPr>
          <p:nvPr>
            <p:ph type="body" sz="quarter" idx="15" hasCustomPrompt="1"/>
          </p:nvPr>
        </p:nvSpPr>
        <p:spPr bwMode="gray">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
        <p:nvSpPr>
          <p:cNvPr id="3" name="Info box">
            <a:extLst>
              <a:ext uri="{FF2B5EF4-FFF2-40B4-BE49-F238E27FC236}">
                <a16:creationId xmlns:a16="http://schemas.microsoft.com/office/drawing/2014/main" id="{3CEDB687-72D7-CB65-F36A-20FAF24C2355}"/>
              </a:ext>
            </a:extLst>
          </p:cNvPr>
          <p:cNvSpPr>
            <a:spLocks noGrp="1"/>
          </p:cNvSpPr>
          <p:nvPr>
            <p:ph sz="quarter" idx="20" hasCustomPrompt="1"/>
          </p:nvPr>
        </p:nvSpPr>
        <p:spPr>
          <a:xfrm>
            <a:off x="371475" y="5875374"/>
            <a:ext cx="1958400" cy="395869"/>
          </a:xfrm>
          <a:prstGeom prst="rect">
            <a:avLst/>
          </a:prstGeom>
          <a:ln>
            <a:noFill/>
          </a:ln>
        </p:spPr>
        <p:txBody>
          <a:bodyPr wrap="square" lIns="36000" tIns="36000" rIns="36000" bIns="36000">
            <a:noAutofit/>
          </a:bodyPr>
          <a:lstStyle>
            <a:lvl1pPr>
              <a:lnSpc>
                <a:spcPct val="100000"/>
              </a:lnSpc>
              <a:spcBef>
                <a:spcPts val="0"/>
              </a:spcBef>
              <a:spcAft>
                <a:spcPts val="0"/>
              </a:spcAft>
              <a:defRPr lang="en-US" sz="700" kern="1200" noProof="0" dirty="0">
                <a:solidFill>
                  <a:schemeClr val="accent6">
                    <a:lumMod val="40000"/>
                    <a:lumOff val="60000"/>
                  </a:schemeClr>
                </a:solidFill>
                <a:latin typeface="+mn-lt"/>
                <a:ea typeface="+mn-ea"/>
                <a:cs typeface="+mn-cs"/>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Tree>
    <p:extLst>
      <p:ext uri="{BB962C8B-B14F-4D97-AF65-F5344CB8AC3E}">
        <p14:creationId xmlns:p14="http://schemas.microsoft.com/office/powerpoint/2010/main" val="10170421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A_Cover_Full Image Only">
    <p:bg>
      <p:bgPr>
        <a:solidFill>
          <a:schemeClr val="accent1"/>
        </a:solidFill>
        <a:effectLst/>
      </p:bgPr>
    </p:bg>
    <p:spTree>
      <p:nvGrpSpPr>
        <p:cNvPr id="1" name=""/>
        <p:cNvGrpSpPr/>
        <p:nvPr/>
      </p:nvGrpSpPr>
      <p:grpSpPr>
        <a:xfrm>
          <a:off x="0" y="0"/>
          <a:ext cx="0" cy="0"/>
          <a:chOff x="0" y="0"/>
          <a:chExt cx="0" cy="0"/>
        </a:xfrm>
      </p:grpSpPr>
      <p:sp>
        <p:nvSpPr>
          <p:cNvPr id="6" name="Smart Navy SemiTrans Overlay">
            <a:extLst>
              <a:ext uri="{FF2B5EF4-FFF2-40B4-BE49-F238E27FC236}">
                <a16:creationId xmlns:a16="http://schemas.microsoft.com/office/drawing/2014/main" id="{39BA9756-44A4-AC93-1405-84B020B6F46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7" name="Cover Photo Placeholder">
            <a:extLst>
              <a:ext uri="{FF2B5EF4-FFF2-40B4-BE49-F238E27FC236}">
                <a16:creationId xmlns:a16="http://schemas.microsoft.com/office/drawing/2014/main" id="{47AACDBA-727E-B7AC-B9F8-A809F3406830}"/>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6" name="Title 1">
            <a:extLst>
              <a:ext uri="{FF2B5EF4-FFF2-40B4-BE49-F238E27FC236}">
                <a16:creationId xmlns:a16="http://schemas.microsoft.com/office/drawing/2014/main" id="{9C858A80-3045-093E-B563-A7492ACE92AF}"/>
              </a:ext>
            </a:extLst>
          </p:cNvPr>
          <p:cNvSpPr>
            <a:spLocks noGrp="1"/>
          </p:cNvSpPr>
          <p:nvPr>
            <p:ph type="ctrTitle" hasCustomPrompt="1"/>
          </p:nvPr>
        </p:nvSpPr>
        <p:spPr bwMode="gray">
          <a:xfrm>
            <a:off x="380047" y="2438400"/>
            <a:ext cx="11440477" cy="1371600"/>
          </a:xfrm>
        </p:spPr>
        <p:txBody>
          <a:bodyPr vert="horz" lIns="0" tIns="45720" rIns="0" bIns="45720" rtlCol="0" anchor="b">
            <a:noAutofit/>
          </a:bodyPr>
          <a:lstStyle>
            <a:lvl1pPr>
              <a:defRPr lang="en-GB" sz="4400" b="0" i="0" dirty="0">
                <a:solidFill>
                  <a:srgbClr val="F8F8F8"/>
                </a:solidFill>
                <a:latin typeface="+mj-lt"/>
                <a:cs typeface="Times New Roman" panose="02020603050405020304" pitchFamily="18" charset="0"/>
              </a:defRPr>
            </a:lvl1pPr>
          </a:lstStyle>
          <a:p>
            <a:pPr lvl="0">
              <a:lnSpc>
                <a:spcPct val="100000"/>
              </a:lnSpc>
            </a:pPr>
            <a:r>
              <a:rPr lang="en-US" dirty="0"/>
              <a:t>Click to edit Master title Style</a:t>
            </a:r>
          </a:p>
        </p:txBody>
      </p:sp>
      <p:sp>
        <p:nvSpPr>
          <p:cNvPr id="17" name="Subtitle 2">
            <a:extLst>
              <a:ext uri="{FF2B5EF4-FFF2-40B4-BE49-F238E27FC236}">
                <a16:creationId xmlns:a16="http://schemas.microsoft.com/office/drawing/2014/main" id="{CAE6CB7E-3B40-11A3-1BAD-6A73DF9D83C7}"/>
              </a:ext>
            </a:extLst>
          </p:cNvPr>
          <p:cNvSpPr>
            <a:spLocks noGrp="1"/>
          </p:cNvSpPr>
          <p:nvPr>
            <p:ph type="subTitle" idx="1" hasCustomPrompt="1"/>
          </p:nvPr>
        </p:nvSpPr>
        <p:spPr bwMode="gray">
          <a:xfrm>
            <a:off x="380047" y="3810000"/>
            <a:ext cx="11440477" cy="353943"/>
          </a:xfrm>
          <a:prstGeom prst="rect">
            <a:avLst/>
          </a:prstGeom>
        </p:spPr>
        <p:txBody>
          <a:bodyPr wrap="square" lIns="0" tIns="45720" rIns="0">
            <a:spAutoFit/>
          </a:bodyPr>
          <a:lstStyle>
            <a:lvl1pPr>
              <a:spcBef>
                <a:spcPts val="0"/>
              </a:spcBef>
              <a:spcAft>
                <a:spcPts val="0"/>
              </a:spcAft>
              <a:defRPr lang="en-GB" sz="2000" b="0" i="0" dirty="0">
                <a:solidFill>
                  <a:srgbClr val="F8F8F8"/>
                </a:solidFill>
                <a:latin typeface="+mn-lt"/>
                <a:cs typeface="Arial" panose="020B0604020202020204" pitchFamily="34" charset="0"/>
              </a:defRPr>
            </a:lvl1pPr>
          </a:lstStyle>
          <a:p>
            <a:pPr lvl="0">
              <a:lnSpc>
                <a:spcPct val="100000"/>
              </a:lnSpc>
              <a:spcBef>
                <a:spcPts val="1000"/>
              </a:spcBef>
              <a:buFont typeface="Arial" panose="020B0604020202020204" pitchFamily="34" charset="0"/>
            </a:pPr>
            <a:r>
              <a:rPr lang="en-US" dirty="0"/>
              <a:t>Click to edit Master subtitle style</a:t>
            </a:r>
          </a:p>
        </p:txBody>
      </p:sp>
      <p:sp>
        <p:nvSpPr>
          <p:cNvPr id="8" name="Date Placeholder 3">
            <a:extLst>
              <a:ext uri="{FF2B5EF4-FFF2-40B4-BE49-F238E27FC236}">
                <a16:creationId xmlns:a16="http://schemas.microsoft.com/office/drawing/2014/main" id="{3FF38E4A-7B13-70A1-52C6-61A780336E87}"/>
              </a:ext>
            </a:extLst>
          </p:cNvPr>
          <p:cNvSpPr>
            <a:spLocks noGrp="1"/>
          </p:cNvSpPr>
          <p:nvPr>
            <p:ph type="dt" sz="half" idx="2"/>
          </p:nvPr>
        </p:nvSpPr>
        <p:spPr bwMode="gray">
          <a:xfrm>
            <a:off x="10898505" y="6563358"/>
            <a:ext cx="922020"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9" name="Footer Placeholder 4">
            <a:extLst>
              <a:ext uri="{FF2B5EF4-FFF2-40B4-BE49-F238E27FC236}">
                <a16:creationId xmlns:a16="http://schemas.microsoft.com/office/drawing/2014/main" id="{A3B868D7-8467-2439-DEEF-BBA9DFE908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3" name="Info Box">
            <a:extLst>
              <a:ext uri="{FF2B5EF4-FFF2-40B4-BE49-F238E27FC236}">
                <a16:creationId xmlns:a16="http://schemas.microsoft.com/office/drawing/2014/main" id="{60ABE840-6E2F-413E-A4F2-D50BE7A3C8B3}"/>
              </a:ext>
            </a:extLst>
          </p:cNvPr>
          <p:cNvSpPr>
            <a:spLocks noGrp="1"/>
          </p:cNvSpPr>
          <p:nvPr>
            <p:ph sz="quarter" idx="21"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11" name="NTT DATA Global Logo" descr="NTT DATA Global Logo">
            <a:extLst>
              <a:ext uri="{FF2B5EF4-FFF2-40B4-BE49-F238E27FC236}">
                <a16:creationId xmlns:a16="http://schemas.microsoft.com/office/drawing/2014/main" id="{A2A24C7A-90C2-A7EA-697B-7A559561F657}"/>
              </a:ext>
            </a:extLst>
          </p:cNvPr>
          <p:cNvSpPr>
            <a:spLocks noGrp="1"/>
          </p:cNvSpPr>
          <p:nvPr>
            <p:ph type="body" sz="quarter" idx="15" hasCustomPrompt="1"/>
          </p:nvPr>
        </p:nvSpPr>
        <p:spPr bwMode="gray">
          <a:xfrm>
            <a:off x="371475" y="320040"/>
            <a:ext cx="1959724" cy="400077"/>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3883243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_Cover_Dark_Image Bottom">
    <p:bg>
      <p:bgPr>
        <a:solidFill>
          <a:schemeClr val="accent1"/>
        </a:solidFill>
        <a:effectLst/>
      </p:bgPr>
    </p:bg>
    <p:spTree>
      <p:nvGrpSpPr>
        <p:cNvPr id="1" name=""/>
        <p:cNvGrpSpPr/>
        <p:nvPr/>
      </p:nvGrpSpPr>
      <p:grpSpPr>
        <a:xfrm>
          <a:off x="0" y="0"/>
          <a:ext cx="0" cy="0"/>
          <a:chOff x="0" y="0"/>
          <a:chExt cx="0" cy="0"/>
        </a:xfrm>
      </p:grpSpPr>
      <p:sp>
        <p:nvSpPr>
          <p:cNvPr id="2" name="Smart Navy SemiTrans Overlay">
            <a:extLst>
              <a:ext uri="{FF2B5EF4-FFF2-40B4-BE49-F238E27FC236}">
                <a16:creationId xmlns:a16="http://schemas.microsoft.com/office/drawing/2014/main" id="{814008A9-48D1-A825-2133-305473A22B10}"/>
              </a:ext>
            </a:extLst>
          </p:cNvPr>
          <p:cNvSpPr>
            <a:spLocks noGrp="1"/>
          </p:cNvSpPr>
          <p:nvPr>
            <p:ph type="body" sz="quarter" idx="25" hasCustomPrompt="1"/>
          </p:nvPr>
        </p:nvSpPr>
        <p:spPr>
          <a:xfrm>
            <a:off x="0" y="3348318"/>
            <a:ext cx="12192000" cy="3509682"/>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a:t> </a:t>
            </a:r>
          </a:p>
        </p:txBody>
      </p:sp>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9" name="SubTitle">
            <a:extLst>
              <a:ext uri="{FF2B5EF4-FFF2-40B4-BE49-F238E27FC236}">
                <a16:creationId xmlns:a16="http://schemas.microsoft.com/office/drawing/2014/main" id="{F84AF061-2BD7-B395-13B3-8F8BF417226F}"/>
              </a:ext>
            </a:extLst>
          </p:cNvPr>
          <p:cNvSpPr>
            <a:spLocks noGrp="1"/>
          </p:cNvSpPr>
          <p:nvPr>
            <p:ph type="body" sz="quarter" idx="16" hasCustomPrompt="1"/>
          </p:nvPr>
        </p:nvSpPr>
        <p:spPr>
          <a:xfrm>
            <a:off x="371475" y="2096604"/>
            <a:ext cx="11449049" cy="609600"/>
          </a:xfrm>
          <a:prstGeom prst="rect">
            <a:avLst/>
          </a:prstGeom>
        </p:spPr>
        <p:txBody>
          <a:bodyPr lIns="0" rIns="0"/>
          <a:lstStyle>
            <a:lvl1pPr marL="0" indent="0">
              <a:lnSpc>
                <a:spcPct val="100000"/>
              </a:lnSpc>
              <a:spcAft>
                <a:spcPts val="0"/>
              </a:spcAft>
              <a:buFont typeface="Arial" panose="020B0604020202020204" pitchFamily="34" charset="0"/>
              <a:buNone/>
              <a:defRPr sz="2000">
                <a:solidFill>
                  <a:schemeClr val="bg1"/>
                </a:solidFill>
              </a:defRPr>
            </a:lvl1pPr>
            <a:lvl2pPr marL="457200" indent="0">
              <a:buFont typeface="Arial" panose="020B0604020202020204" pitchFamily="34" charset="0"/>
              <a:buNone/>
              <a:defRPr/>
            </a:lvl2pPr>
            <a:lvl3pPr marL="914400" indent="0">
              <a:buNone/>
              <a:defRPr/>
            </a:lvl3pPr>
            <a:lvl4pPr marL="1371600" indent="0">
              <a:buNone/>
              <a:defRPr/>
            </a:lvl4pPr>
            <a:lvl5pPr marL="1828800" indent="0">
              <a:buNone/>
              <a:defRPr/>
            </a:lvl5pPr>
          </a:lstStyle>
          <a:p>
            <a:pPr lvl="0"/>
            <a:r>
              <a:rPr lang="en-US" dirty="0"/>
              <a:t>Click to enter the subtitle text</a:t>
            </a:r>
          </a:p>
        </p:txBody>
      </p:sp>
      <p:sp>
        <p:nvSpPr>
          <p:cNvPr id="7" name="MainTitle">
            <a:extLst>
              <a:ext uri="{FF2B5EF4-FFF2-40B4-BE49-F238E27FC236}">
                <a16:creationId xmlns:a16="http://schemas.microsoft.com/office/drawing/2014/main" id="{6B8D68FD-3EFC-86B8-83A6-942558B1B307}"/>
              </a:ext>
            </a:extLst>
          </p:cNvPr>
          <p:cNvSpPr>
            <a:spLocks noGrp="1"/>
          </p:cNvSpPr>
          <p:nvPr>
            <p:ph type="title" hasCustomPrompt="1"/>
          </p:nvPr>
        </p:nvSpPr>
        <p:spPr>
          <a:xfrm>
            <a:off x="371475" y="1412875"/>
            <a:ext cx="11449050" cy="651610"/>
          </a:xfrm>
        </p:spPr>
        <p:txBody>
          <a:bodyPr/>
          <a:lstStyle>
            <a:lvl1pPr>
              <a:defRPr sz="4400" b="0"/>
            </a:lvl1pPr>
          </a:lstStyle>
          <a:p>
            <a:r>
              <a:rPr lang="en-US" dirty="0"/>
              <a:t>Click to edit title</a:t>
            </a:r>
          </a:p>
        </p:txBody>
      </p:sp>
      <p:sp>
        <p:nvSpPr>
          <p:cNvPr id="10" name="Date Placeholder 3">
            <a:extLst>
              <a:ext uri="{FF2B5EF4-FFF2-40B4-BE49-F238E27FC236}">
                <a16:creationId xmlns:a16="http://schemas.microsoft.com/office/drawing/2014/main" id="{C245BFAB-6256-BF35-C9F5-6D558800765A}"/>
              </a:ext>
            </a:extLst>
          </p:cNvPr>
          <p:cNvSpPr>
            <a:spLocks noGrp="1"/>
          </p:cNvSpPr>
          <p:nvPr>
            <p:ph type="dt" sz="half" idx="2"/>
          </p:nvPr>
        </p:nvSpPr>
        <p:spPr bwMode="gray">
          <a:xfrm>
            <a:off x="11031855" y="3147301"/>
            <a:ext cx="788669" cy="88901"/>
          </a:xfrm>
          <a:prstGeom prst="rect">
            <a:avLst/>
          </a:prstGeom>
          <a:ln>
            <a:noFill/>
          </a:ln>
        </p:spPr>
        <p:txBody>
          <a:bodyPr vert="horz" lIns="0" tIns="0" rIns="0" bIns="0" rtlCol="0" anchor="ctr">
            <a:noAutofit/>
          </a:bodyPr>
          <a:lstStyle>
            <a:lvl1pPr algn="r">
              <a:lnSpc>
                <a:spcPct val="100000"/>
              </a:lnSpc>
              <a:defRPr sz="1000">
                <a:solidFill>
                  <a:schemeClr val="bg1"/>
                </a:solidFill>
              </a:defRPr>
            </a:lvl1pPr>
          </a:lstStyle>
          <a:p>
            <a:r>
              <a:rPr lang="en-DE"/>
              <a:t>Date</a:t>
            </a:r>
            <a:endParaRPr lang="en-US" dirty="0"/>
          </a:p>
        </p:txBody>
      </p:sp>
      <p:sp>
        <p:nvSpPr>
          <p:cNvPr id="15" name="Footer Placeholder 4">
            <a:extLst>
              <a:ext uri="{FF2B5EF4-FFF2-40B4-BE49-F238E27FC236}">
                <a16:creationId xmlns:a16="http://schemas.microsoft.com/office/drawing/2014/main" id="{F45B6080-7233-0809-75A8-E904530DE071}"/>
              </a:ext>
            </a:extLst>
          </p:cNvPr>
          <p:cNvSpPr>
            <a:spLocks noGrp="1"/>
          </p:cNvSpPr>
          <p:nvPr>
            <p:ph type="ftr" sz="quarter" idx="3"/>
          </p:nvPr>
        </p:nvSpPr>
        <p:spPr bwMode="gray">
          <a:xfrm>
            <a:off x="371475" y="3147301"/>
            <a:ext cx="5716905" cy="88901"/>
          </a:xfrm>
          <a:prstGeom prst="rect">
            <a:avLst/>
          </a:prstGeom>
          <a:ln>
            <a:noFill/>
          </a:ln>
        </p:spPr>
        <p:txBody>
          <a:bodyPr vert="horz" lIns="0" tIns="0" rIns="0" bIns="0" rtlCol="0" anchor="ctr">
            <a:noAutofit/>
          </a:bodyPr>
          <a:lstStyle>
            <a:lvl1pPr algn="l">
              <a:lnSpc>
                <a:spcPct val="100000"/>
              </a:lnSpc>
              <a:defRPr sz="1000">
                <a:solidFill>
                  <a:schemeClr val="bg1"/>
                </a:solidFill>
              </a:defRPr>
            </a:lvl1pPr>
          </a:lstStyle>
          <a:p>
            <a:r>
              <a:rPr lang="en-US" noProof="0" dirty="0"/>
              <a:t>© 2023 NTT DATA, Inc.</a:t>
            </a:r>
          </a:p>
        </p:txBody>
      </p:sp>
      <p:sp>
        <p:nvSpPr>
          <p:cNvPr id="5" name="Innovation Curve Over v02">
            <a:extLst>
              <a:ext uri="{FF2B5EF4-FFF2-40B4-BE49-F238E27FC236}">
                <a16:creationId xmlns:a16="http://schemas.microsoft.com/office/drawing/2014/main" id="{7A6AA644-177D-9E4C-8A3F-250C66632BB5}"/>
              </a:ext>
            </a:extLst>
          </p:cNvPr>
          <p:cNvSpPr>
            <a:spLocks noGrp="1"/>
          </p:cNvSpPr>
          <p:nvPr>
            <p:ph type="body" sz="quarter" idx="24" hasCustomPrompt="1"/>
          </p:nvPr>
        </p:nvSpPr>
        <p:spPr>
          <a:xfrm>
            <a:off x="9067800" y="3733800"/>
            <a:ext cx="2752725" cy="2743200"/>
          </a:xfrm>
          <a:blipFill>
            <a:blip r:embed="rId2"/>
            <a:stretch>
              <a:fillRect/>
            </a:stretch>
          </a:blipFill>
        </p:spPr>
        <p:txBody>
          <a:bodyPr/>
          <a:lstStyle>
            <a:lvl1pPr>
              <a:defRPr sz="200"/>
            </a:lvl1pPr>
            <a:lvl2pPr>
              <a:defRPr sz="200"/>
            </a:lvl2pPr>
            <a:lvl3pPr>
              <a:defRPr sz="200"/>
            </a:lvl3pPr>
            <a:lvl4pPr>
              <a:defRPr sz="200"/>
            </a:lvl4pPr>
            <a:lvl5pPr>
              <a:defRPr sz="200"/>
            </a:lvl5pPr>
          </a:lstStyle>
          <a:p>
            <a:pPr lvl="0"/>
            <a:r>
              <a:rPr lang="de-DE"/>
              <a:t>.</a:t>
            </a:r>
          </a:p>
        </p:txBody>
      </p:sp>
      <p:sp>
        <p:nvSpPr>
          <p:cNvPr id="8" name="Info box">
            <a:extLst>
              <a:ext uri="{FF2B5EF4-FFF2-40B4-BE49-F238E27FC236}">
                <a16:creationId xmlns:a16="http://schemas.microsoft.com/office/drawing/2014/main" id="{56B3E0DC-CFF6-D134-CAF5-A5425EB6CB85}"/>
              </a:ext>
            </a:extLst>
          </p:cNvPr>
          <p:cNvSpPr>
            <a:spLocks noGrp="1"/>
          </p:cNvSpPr>
          <p:nvPr>
            <p:ph sz="quarter" idx="21" hasCustomPrompt="1"/>
          </p:nvPr>
        </p:nvSpPr>
        <p:spPr>
          <a:xfrm>
            <a:off x="9936479" y="333376"/>
            <a:ext cx="1884045" cy="395869"/>
          </a:xfrm>
          <a:prstGeom prst="rect">
            <a:avLst/>
          </a:prstGeom>
          <a:ln>
            <a:noFill/>
          </a:ln>
        </p:spPr>
        <p:txBody>
          <a:bodyPr wrap="square" lIns="36000" tIns="36000" rIns="36000" bIns="36000">
            <a:spAutoFit/>
          </a:bodyPr>
          <a:lstStyle>
            <a:lvl1pPr>
              <a:lnSpc>
                <a:spcPct val="100000"/>
              </a:lnSpc>
              <a:spcBef>
                <a:spcPts val="0"/>
              </a:spcBef>
              <a:spcAft>
                <a:spcPts val="0"/>
              </a:spcAft>
              <a:defRPr sz="700">
                <a:solidFill>
                  <a:schemeClr val="accent6">
                    <a:lumMod val="40000"/>
                    <a:lumOff val="60000"/>
                  </a:schemeClr>
                </a:solidFill>
              </a:defRPr>
            </a:lvl1pPr>
          </a:lstStyle>
          <a:p>
            <a:pPr lvl="0"/>
            <a:r>
              <a:rPr lang="en-US" noProof="0" dirty="0"/>
              <a:t>Information Type:</a:t>
            </a:r>
            <a:br>
              <a:rPr lang="en-US" noProof="0" dirty="0"/>
            </a:br>
            <a:r>
              <a:rPr lang="en-US" noProof="0" dirty="0"/>
              <a:t>Company:  </a:t>
            </a:r>
            <a:br>
              <a:rPr lang="en-US" noProof="0" dirty="0"/>
            </a:br>
            <a:r>
              <a:rPr lang="en-US" noProof="0" dirty="0"/>
              <a:t>Information Owner:</a:t>
            </a:r>
          </a:p>
        </p:txBody>
      </p:sp>
      <p:sp>
        <p:nvSpPr>
          <p:cNvPr id="14" name="NTT DATA Global Logo" descr="NTT DATA Global Logo">
            <a:extLst>
              <a:ext uri="{FF2B5EF4-FFF2-40B4-BE49-F238E27FC236}">
                <a16:creationId xmlns:a16="http://schemas.microsoft.com/office/drawing/2014/main" id="{94BFDE7A-6BFD-69BD-47EF-32959BB94847}"/>
              </a:ext>
            </a:extLst>
          </p:cNvPr>
          <p:cNvSpPr>
            <a:spLocks noGrp="1"/>
          </p:cNvSpPr>
          <p:nvPr>
            <p:ph type="body" sz="quarter" idx="15" hasCustomPrompt="1"/>
          </p:nvPr>
        </p:nvSpPr>
        <p:spPr bwMode="black">
          <a:xfrm>
            <a:off x="371475" y="320040"/>
            <a:ext cx="1959724" cy="400077"/>
          </a:xfrm>
          <a:prstGeom prst="rect">
            <a:avLst/>
          </a:prstGeom>
          <a:blipFill dpi="0" rotWithShape="1">
            <a:blip r:embed="rId3"/>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138768664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_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0C3BB7C-B4A7-41A4-8C5A-903570B6070B}"/>
              </a:ext>
            </a:extLst>
          </p:cNvPr>
          <p:cNvSpPr>
            <a:spLocks noGrp="1"/>
          </p:cNvSpPr>
          <p:nvPr>
            <p:ph type="title" hasCustomPrompt="1"/>
          </p:nvPr>
        </p:nvSpPr>
        <p:spPr bwMode="gray"/>
        <p:txBody>
          <a:bodyPr vert="horz"/>
          <a:lstStyle/>
          <a:p>
            <a:r>
              <a:rPr lang="en-US" dirty="0"/>
              <a:t>Click to edit Master title style</a:t>
            </a:r>
          </a:p>
        </p:txBody>
      </p:sp>
      <p:sp>
        <p:nvSpPr>
          <p:cNvPr id="10" name="Footer Placeholder 4">
            <a:extLst>
              <a:ext uri="{FF2B5EF4-FFF2-40B4-BE49-F238E27FC236}">
                <a16:creationId xmlns:a16="http://schemas.microsoft.com/office/drawing/2014/main" id="{A9C53063-1F58-BE27-2E94-7E00DE772613}"/>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AF1EE05E-1EF3-FA88-09CC-87DB6B58184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29727009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B_Title and 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11449050" cy="4824413"/>
          </a:xfrm>
          <a:prstGeom prst="rect">
            <a:avLst/>
          </a:prstGeom>
        </p:spPr>
        <p:txBody>
          <a:bodyPr/>
          <a:lstStyle>
            <a:lvl5pP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Footer Placeholder 4">
            <a:extLst>
              <a:ext uri="{FF2B5EF4-FFF2-40B4-BE49-F238E27FC236}">
                <a16:creationId xmlns:a16="http://schemas.microsoft.com/office/drawing/2014/main" id="{DB4CF512-82E1-2689-F640-DDFFDD4CD971}"/>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0" name="Slide Number Placeholder 5">
            <a:extLst>
              <a:ext uri="{FF2B5EF4-FFF2-40B4-BE49-F238E27FC236}">
                <a16:creationId xmlns:a16="http://schemas.microsoft.com/office/drawing/2014/main" id="{C19ED1C7-0FF1-008B-4E0C-83259A7B61F3}"/>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noProof="0" smtClean="0"/>
              <a:pPr/>
              <a:t>‹Nº›</a:t>
            </a:fld>
            <a:endParaRPr lang="en-US" noProof="0" dirty="0"/>
          </a:p>
        </p:txBody>
      </p:sp>
    </p:spTree>
    <p:extLst>
      <p:ext uri="{BB962C8B-B14F-4D97-AF65-F5344CB8AC3E}">
        <p14:creationId xmlns:p14="http://schemas.microsoft.com/office/powerpoint/2010/main" val="15616293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B_Title and Two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p:txBody>
          <a:bodyPr vert="horz"/>
          <a:lstStyle/>
          <a:p>
            <a:r>
              <a:rPr lang="en-US" noProof="0"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2">
            <a:extLst>
              <a:ext uri="{FF2B5EF4-FFF2-40B4-BE49-F238E27FC236}">
                <a16:creationId xmlns:a16="http://schemas.microsoft.com/office/drawing/2014/main" id="{29A13345-D8EA-438A-8BA9-E88672B7CBE9}"/>
              </a:ext>
            </a:extLst>
          </p:cNvPr>
          <p:cNvSpPr>
            <a:spLocks noGrp="1"/>
          </p:cNvSpPr>
          <p:nvPr>
            <p:ph idx="13" hasCustomPrompt="1"/>
          </p:nvPr>
        </p:nvSpPr>
        <p:spPr bwMode="gray">
          <a:xfrm>
            <a:off x="6311325" y="1412875"/>
            <a:ext cx="5507850" cy="4824413"/>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noProof="0" smtClean="0"/>
              <a:pPr/>
              <a:t>‹Nº›</a:t>
            </a:fld>
            <a:endParaRPr lang="en-US" noProof="0" dirty="0"/>
          </a:p>
        </p:txBody>
      </p:sp>
    </p:spTree>
    <p:extLst>
      <p:ext uri="{BB962C8B-B14F-4D97-AF65-F5344CB8AC3E}">
        <p14:creationId xmlns:p14="http://schemas.microsoft.com/office/powerpoint/2010/main" val="385341069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_Title and Three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6" name="Content Placeholder 2">
            <a:extLst>
              <a:ext uri="{FF2B5EF4-FFF2-40B4-BE49-F238E27FC236}">
                <a16:creationId xmlns:a16="http://schemas.microsoft.com/office/drawing/2014/main" id="{326BC249-E151-BB39-D3D5-813D011EC4DE}"/>
              </a:ext>
            </a:extLst>
          </p:cNvPr>
          <p:cNvSpPr>
            <a:spLocks noGrp="1"/>
          </p:cNvSpPr>
          <p:nvPr>
            <p:ph idx="24" hasCustomPrompt="1"/>
          </p:nvPr>
        </p:nvSpPr>
        <p:spPr bwMode="gray">
          <a:xfrm>
            <a:off x="4267200"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a:extLst>
              <a:ext uri="{FF2B5EF4-FFF2-40B4-BE49-F238E27FC236}">
                <a16:creationId xmlns:a16="http://schemas.microsoft.com/office/drawing/2014/main" id="{CAB7751F-4652-AD3B-A81E-E9DD7E8ECF31}"/>
              </a:ext>
            </a:extLst>
          </p:cNvPr>
          <p:cNvSpPr>
            <a:spLocks noGrp="1"/>
          </p:cNvSpPr>
          <p:nvPr>
            <p:ph idx="25" hasCustomPrompt="1"/>
          </p:nvPr>
        </p:nvSpPr>
        <p:spPr bwMode="gray">
          <a:xfrm>
            <a:off x="8162925" y="1412875"/>
            <a:ext cx="3657600"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376221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_Title Subtitle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55BA-9D9E-490E-B438-6BCC818F8EFF}"/>
              </a:ext>
            </a:extLst>
          </p:cNvPr>
          <p:cNvSpPr>
            <a:spLocks noGrp="1"/>
          </p:cNvSpPr>
          <p:nvPr>
            <p:ph type="title" hasCustomPrompt="1"/>
          </p:nvPr>
        </p:nvSpPr>
        <p:spPr bwMode="gray">
          <a:xfrm>
            <a:off x="371475" y="333375"/>
            <a:ext cx="11449050" cy="332399"/>
          </a:xfrm>
        </p:spPr>
        <p:txBody>
          <a:bodyPr vert="horz">
            <a:spAutoFit/>
          </a:bodyPr>
          <a:lstStyle/>
          <a:p>
            <a:r>
              <a:rPr lang="en-US" dirty="0"/>
              <a:t>Click to edit Master title style</a:t>
            </a:r>
          </a:p>
        </p:txBody>
      </p:sp>
      <p:sp>
        <p:nvSpPr>
          <p:cNvPr id="3" name="Content Placeholder 2">
            <a:extLst>
              <a:ext uri="{FF2B5EF4-FFF2-40B4-BE49-F238E27FC236}">
                <a16:creationId xmlns:a16="http://schemas.microsoft.com/office/drawing/2014/main" id="{B382B3CA-EBF0-4324-BDE2-B14D144F1B71}"/>
              </a:ext>
            </a:extLst>
          </p:cNvPr>
          <p:cNvSpPr>
            <a:spLocks noGrp="1"/>
          </p:cNvSpPr>
          <p:nvPr>
            <p:ph idx="1" hasCustomPrompt="1"/>
          </p:nvPr>
        </p:nvSpPr>
        <p:spPr bwMode="gray">
          <a:xfrm>
            <a:off x="371474" y="1412875"/>
            <a:ext cx="11449049" cy="482441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AFAE869D-BCA2-8F0B-47CA-6CBB5796213E}"/>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1" name="Slide Number Placeholder 5">
            <a:extLst>
              <a:ext uri="{FF2B5EF4-FFF2-40B4-BE49-F238E27FC236}">
                <a16:creationId xmlns:a16="http://schemas.microsoft.com/office/drawing/2014/main" id="{C28F0063-4C19-496F-6F87-6795DABB8C1B}"/>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4" name="Text Placeholder 6">
            <a:extLst>
              <a:ext uri="{FF2B5EF4-FFF2-40B4-BE49-F238E27FC236}">
                <a16:creationId xmlns:a16="http://schemas.microsoft.com/office/drawing/2014/main" id="{9E5DDFBC-BBD8-FCF3-FDD5-BDAF7615B10F}"/>
              </a:ext>
            </a:extLst>
          </p:cNvPr>
          <p:cNvSpPr>
            <a:spLocks noGrp="1"/>
          </p:cNvSpPr>
          <p:nvPr>
            <p:ph type="body" sz="quarter" idx="14" hasCustomPrompt="1"/>
          </p:nvPr>
        </p:nvSpPr>
        <p:spPr bwMode="gray">
          <a:xfrm>
            <a:off x="371475" y="728663"/>
            <a:ext cx="11449050" cy="288000"/>
          </a:xfrm>
          <a:prstGeom prst="rect">
            <a:avLst/>
          </a:prstGeom>
        </p:spPr>
        <p:txBody>
          <a:bodyPr/>
          <a:lstStyle>
            <a:lvl1pPr>
              <a:lnSpc>
                <a:spcPct val="100000"/>
              </a:lnSpc>
              <a:spcBef>
                <a:spcPts val="0"/>
              </a:spcBef>
              <a:defRPr sz="1800">
                <a:solidFill>
                  <a:schemeClr val="bg2"/>
                </a:solidFill>
              </a:defRPr>
            </a:lvl1pPr>
            <a:lvl2pPr>
              <a:defRPr sz="2000"/>
            </a:lvl2pPr>
            <a:lvl3pPr>
              <a:defRPr sz="2000"/>
            </a:lvl3pPr>
            <a:lvl4pPr>
              <a:defRPr sz="2000"/>
            </a:lvl4pPr>
            <a:lvl5pPr>
              <a:defRPr sz="2000"/>
            </a:lvl5pPr>
          </a:lstStyle>
          <a:p>
            <a:pPr lvl="0"/>
            <a:r>
              <a:rPr lang="en-US" dirty="0"/>
              <a:t>Click to edit Master text styles</a:t>
            </a:r>
          </a:p>
        </p:txBody>
      </p:sp>
    </p:spTree>
    <p:extLst>
      <p:ext uri="{BB962C8B-B14F-4D97-AF65-F5344CB8AC3E}">
        <p14:creationId xmlns:p14="http://schemas.microsoft.com/office/powerpoint/2010/main" val="41999145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_Blank_Dark">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119350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_Blank_Dark with footer">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BB093E97-7B76-EAE6-8B05-F60EEDCE94B8}"/>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4" name="Slide Number Placeholder 5">
            <a:extLst>
              <a:ext uri="{FF2B5EF4-FFF2-40B4-BE49-F238E27FC236}">
                <a16:creationId xmlns:a16="http://schemas.microsoft.com/office/drawing/2014/main" id="{DC15EF50-5A96-90F8-F18A-9D8143A4FF0D}"/>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37150486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B_Picture Full Dark">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8CCAE21C-42ED-4CFD-A1E1-FE234323EC4E}"/>
              </a:ext>
            </a:extLst>
          </p:cNvPr>
          <p:cNvSpPr>
            <a:spLocks noGrp="1"/>
          </p:cNvSpPr>
          <p:nvPr>
            <p:ph type="body" sz="quarter" idx="14" hasCustomPrompt="1"/>
          </p:nvPr>
        </p:nvSpPr>
        <p:spPr bwMode="gray">
          <a:xfrm>
            <a:off x="0" y="5194300"/>
            <a:ext cx="12192000" cy="1663700"/>
          </a:xfrm>
          <a:prstGeom prst="rect">
            <a:avLst/>
          </a:prstGeom>
          <a:gradFill>
            <a:gsLst>
              <a:gs pos="0">
                <a:schemeClr val="accent1"/>
              </a:gs>
              <a:gs pos="80000">
                <a:schemeClr val="accent1"/>
              </a:gs>
            </a:gsLst>
            <a:lin ang="16200000" scaled="1"/>
          </a:gradFill>
        </p:spPr>
        <p:txBody>
          <a:bodyPr vert="horz" wrap="square" lIns="0" tIns="0" rIns="0" bIns="0" rtlCol="0">
            <a:noAutofit/>
          </a:bodyPr>
          <a:lstStyle>
            <a:lvl1pPr>
              <a:defRPr lang="en-US" sz="100" dirty="0"/>
            </a:lvl1pPr>
          </a:lstStyle>
          <a:p>
            <a:pPr lvl="0"/>
            <a:r>
              <a:rPr lang="en-US" dirty="0"/>
              <a:t>.</a:t>
            </a:r>
          </a:p>
        </p:txBody>
      </p:sp>
      <p:sp>
        <p:nvSpPr>
          <p:cNvPr id="7" name="Picture Placeholder 6">
            <a:extLst>
              <a:ext uri="{FF2B5EF4-FFF2-40B4-BE49-F238E27FC236}">
                <a16:creationId xmlns:a16="http://schemas.microsoft.com/office/drawing/2014/main" id="{40077599-73C2-4B77-944D-C34B64F408E3}"/>
              </a:ext>
            </a:extLst>
          </p:cNvPr>
          <p:cNvSpPr>
            <a:spLocks noGrp="1"/>
          </p:cNvSpPr>
          <p:nvPr>
            <p:ph type="pic" sz="quarter" idx="13" hasCustomPrompt="1"/>
          </p:nvPr>
        </p:nvSpPr>
        <p:spPr bwMode="gray">
          <a:xfrm>
            <a:off x="0" y="0"/>
            <a:ext cx="12192000" cy="6858000"/>
          </a:xfrm>
          <a:prstGeom prst="rect">
            <a:avLst/>
          </a:prstGeom>
          <a:noFill/>
        </p:spPr>
        <p:txBody>
          <a:bodyPr anchor="ctr" anchorCtr="0"/>
          <a:lstStyle>
            <a:lvl1pPr algn="ctr">
              <a:defRPr sz="2000">
                <a:solidFill>
                  <a:schemeClr val="bg1"/>
                </a:solidFill>
              </a:defRPr>
            </a:lvl1pPr>
          </a:lstStyle>
          <a:p>
            <a:r>
              <a:rPr lang="en-US" dirty="0"/>
              <a:t>Click to add picture</a:t>
            </a:r>
          </a:p>
        </p:txBody>
      </p:sp>
      <p:sp>
        <p:nvSpPr>
          <p:cNvPr id="13" name="Footer Placeholder 4">
            <a:extLst>
              <a:ext uri="{FF2B5EF4-FFF2-40B4-BE49-F238E27FC236}">
                <a16:creationId xmlns:a16="http://schemas.microsoft.com/office/drawing/2014/main" id="{55F7F56A-370B-17D8-1574-70407654126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4" name="Slide Number Placeholder 5">
            <a:extLst>
              <a:ext uri="{FF2B5EF4-FFF2-40B4-BE49-F238E27FC236}">
                <a16:creationId xmlns:a16="http://schemas.microsoft.com/office/drawing/2014/main" id="{7E04D86C-67F3-2898-A9B9-7C78B586F28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2" name="Title 1">
            <a:extLst>
              <a:ext uri="{FF2B5EF4-FFF2-40B4-BE49-F238E27FC236}">
                <a16:creationId xmlns:a16="http://schemas.microsoft.com/office/drawing/2014/main" id="{08473574-5E40-4F4B-82BD-ECFABA52E2E4}"/>
              </a:ext>
            </a:extLst>
          </p:cNvPr>
          <p:cNvSpPr>
            <a:spLocks noGrp="1"/>
          </p:cNvSpPr>
          <p:nvPr>
            <p:ph type="title" hasCustomPrompt="1"/>
          </p:nvPr>
        </p:nvSpPr>
        <p:spPr bwMode="gray"/>
        <p:txBody>
          <a:bodyPr vert="horz"/>
          <a:lstStyle/>
          <a:p>
            <a:r>
              <a:rPr lang="en-US" dirty="0"/>
              <a:t>Click to edit Master title style</a:t>
            </a:r>
          </a:p>
        </p:txBody>
      </p:sp>
      <p:sp>
        <p:nvSpPr>
          <p:cNvPr id="3" name="NTT DATA Global Logo" descr="NTT DATA Global Logo">
            <a:extLst>
              <a:ext uri="{FF2B5EF4-FFF2-40B4-BE49-F238E27FC236}">
                <a16:creationId xmlns:a16="http://schemas.microsoft.com/office/drawing/2014/main" id="{5AC7748B-57B0-6A46-ED50-8FBD40E607A6}"/>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69146767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_Picture Right Dark">
    <p:spTree>
      <p:nvGrpSpPr>
        <p:cNvPr id="1" name=""/>
        <p:cNvGrpSpPr/>
        <p:nvPr/>
      </p:nvGrpSpPr>
      <p:grpSpPr>
        <a:xfrm>
          <a:off x="0" y="0"/>
          <a:ext cx="0" cy="0"/>
          <a:chOff x="0" y="0"/>
          <a:chExt cx="0" cy="0"/>
        </a:xfrm>
      </p:grpSpPr>
      <p:sp>
        <p:nvSpPr>
          <p:cNvPr id="13" name="Picture Placeholder 4">
            <a:extLst>
              <a:ext uri="{FF2B5EF4-FFF2-40B4-BE49-F238E27FC236}">
                <a16:creationId xmlns:a16="http://schemas.microsoft.com/office/drawing/2014/main" id="{318A9578-38C1-F618-D2D6-E94DBB278B98}"/>
              </a:ext>
            </a:extLst>
          </p:cNvPr>
          <p:cNvSpPr>
            <a:spLocks noGrp="1"/>
          </p:cNvSpPr>
          <p:nvPr>
            <p:ph type="pic" sz="quarter" idx="28" hasCustomPrompt="1"/>
          </p:nvPr>
        </p:nvSpPr>
        <p:spPr>
          <a:xfrm>
            <a:off x="815340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14" name="Text Placeholder 5">
            <a:extLst>
              <a:ext uri="{FF2B5EF4-FFF2-40B4-BE49-F238E27FC236}">
                <a16:creationId xmlns:a16="http://schemas.microsoft.com/office/drawing/2014/main" id="{B6E0CB35-CBF9-AFA5-830C-F4D86F088977}"/>
              </a:ext>
            </a:extLst>
          </p:cNvPr>
          <p:cNvSpPr>
            <a:spLocks noGrp="1"/>
          </p:cNvSpPr>
          <p:nvPr>
            <p:ph type="body" sz="quarter" idx="29" hasCustomPrompt="1"/>
          </p:nvPr>
        </p:nvSpPr>
        <p:spPr bwMode="gray">
          <a:xfrm>
            <a:off x="815340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2" name="NTT DATA Global Logo" descr="NTT DATA Global Logo">
            <a:extLst>
              <a:ext uri="{FF2B5EF4-FFF2-40B4-BE49-F238E27FC236}">
                <a16:creationId xmlns:a16="http://schemas.microsoft.com/office/drawing/2014/main" id="{E3C760B8-DB89-2960-48EE-7551EFCFDEA7}"/>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1169411381"/>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_Picture Left Dark">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7F7A191D-6071-E779-7F2E-34886D0882B7}"/>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a:xfrm>
            <a:off x="4586909" y="333375"/>
            <a:ext cx="6829493" cy="792000"/>
          </a:xfrm>
        </p:spPr>
        <p:txBody>
          <a:bodyPr vert="horz"/>
          <a:lstStyle/>
          <a:p>
            <a:r>
              <a:rPr lang="en-US" dirty="0"/>
              <a:t>Click to edit Master title style</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1" name="Text Placeholder 5">
            <a:extLst>
              <a:ext uri="{FF2B5EF4-FFF2-40B4-BE49-F238E27FC236}">
                <a16:creationId xmlns:a16="http://schemas.microsoft.com/office/drawing/2014/main" id="{A5DF90C5-2F99-EF32-CBEA-23287BDE2447}"/>
              </a:ext>
            </a:extLst>
          </p:cNvPr>
          <p:cNvSpPr>
            <a:spLocks noGrp="1"/>
          </p:cNvSpPr>
          <p:nvPr>
            <p:ph type="body" sz="quarter" idx="27" hasCustomPrompt="1"/>
          </p:nvPr>
        </p:nvSpPr>
        <p:spPr bwMode="gray">
          <a:xfrm>
            <a:off x="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4586909" y="6563358"/>
            <a:ext cx="3111831"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Tree>
    <p:extLst>
      <p:ext uri="{BB962C8B-B14F-4D97-AF65-F5344CB8AC3E}">
        <p14:creationId xmlns:p14="http://schemas.microsoft.com/office/powerpoint/2010/main" val="2252952534"/>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_Picture Bottom Dark">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64ED725C-5701-90B3-92A2-BAE98517DD4F}"/>
              </a:ext>
            </a:extLst>
          </p:cNvPr>
          <p:cNvSpPr>
            <a:spLocks noGrp="1"/>
          </p:cNvSpPr>
          <p:nvPr>
            <p:ph type="pic" sz="quarter" idx="13" hasCustomPrompt="1"/>
          </p:nvPr>
        </p:nvSpPr>
        <p:spPr>
          <a:xfrm>
            <a:off x="0" y="3348318"/>
            <a:ext cx="12192000" cy="3509682"/>
          </a:xfrm>
          <a:prstGeom prst="rect">
            <a:avLst/>
          </a:prstGeom>
          <a:solidFill>
            <a:schemeClr val="accent6">
              <a:lumMod val="60000"/>
              <a:lumOff val="40000"/>
            </a:schemeClr>
          </a:solidFill>
        </p:spPr>
        <p:txBody>
          <a:bodyPr lIns="0" tIns="0" rIns="0" bIns="0" anchor="ctr"/>
          <a:lstStyle>
            <a:lvl1pPr marL="0" indent="0" algn="ctr">
              <a:buFontTx/>
              <a:buNone/>
              <a:defRPr sz="2400">
                <a:solidFill>
                  <a:schemeClr val="tx2"/>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a:t>
            </a:r>
            <a:br>
              <a:rPr lang="en-US" dirty="0"/>
            </a:br>
            <a:r>
              <a:rPr lang="en-US" dirty="0"/>
              <a:t>Then Reorder: Send to back</a:t>
            </a:r>
          </a:p>
        </p:txBody>
      </p:sp>
      <p:sp>
        <p:nvSpPr>
          <p:cNvPr id="16" name="Text Placeholder 5">
            <a:extLst>
              <a:ext uri="{FF2B5EF4-FFF2-40B4-BE49-F238E27FC236}">
                <a16:creationId xmlns:a16="http://schemas.microsoft.com/office/drawing/2014/main" id="{D008BF2A-3887-409B-2567-9779543E991D}"/>
              </a:ext>
            </a:extLst>
          </p:cNvPr>
          <p:cNvSpPr>
            <a:spLocks noGrp="1"/>
          </p:cNvSpPr>
          <p:nvPr>
            <p:ph type="body" sz="quarter" idx="27" hasCustomPrompt="1"/>
          </p:nvPr>
        </p:nvSpPr>
        <p:spPr bwMode="gray">
          <a:xfrm>
            <a:off x="0" y="5202000"/>
            <a:ext cx="121920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10" name="Footer Placeholder 4">
            <a:extLst>
              <a:ext uri="{FF2B5EF4-FFF2-40B4-BE49-F238E27FC236}">
                <a16:creationId xmlns:a16="http://schemas.microsoft.com/office/drawing/2014/main" id="{87A8D542-4123-5D52-32A8-5A10FF2E7D6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5" name="Slide Number Placeholder 5">
            <a:extLst>
              <a:ext uri="{FF2B5EF4-FFF2-40B4-BE49-F238E27FC236}">
                <a16:creationId xmlns:a16="http://schemas.microsoft.com/office/drawing/2014/main" id="{3F919FBB-9A4E-7FAD-B0F2-5D660792C32E}"/>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8" name="Title 5">
            <a:extLst>
              <a:ext uri="{FF2B5EF4-FFF2-40B4-BE49-F238E27FC236}">
                <a16:creationId xmlns:a16="http://schemas.microsoft.com/office/drawing/2014/main" id="{685F5729-4D42-77C1-FCC6-A3E027B0D91F}"/>
              </a:ext>
            </a:extLst>
          </p:cNvPr>
          <p:cNvSpPr>
            <a:spLocks noGrp="1"/>
          </p:cNvSpPr>
          <p:nvPr>
            <p:ph type="title" hasCustomPrompt="1"/>
          </p:nvPr>
        </p:nvSpPr>
        <p:spPr bwMode="gray">
          <a:xfrm>
            <a:off x="371475" y="333375"/>
            <a:ext cx="11449050" cy="792000"/>
          </a:xfrm>
        </p:spPr>
        <p:txBody>
          <a:bodyPr vert="horz"/>
          <a:lstStyle/>
          <a:p>
            <a:r>
              <a:rPr lang="en-US" dirty="0"/>
              <a:t>Click to edit Master title style</a:t>
            </a:r>
          </a:p>
        </p:txBody>
      </p:sp>
      <p:sp>
        <p:nvSpPr>
          <p:cNvPr id="2" name="NTT DATA Global Logo" descr="NTT DATA Global Logo">
            <a:extLst>
              <a:ext uri="{FF2B5EF4-FFF2-40B4-BE49-F238E27FC236}">
                <a16:creationId xmlns:a16="http://schemas.microsoft.com/office/drawing/2014/main" id="{53191FB2-5C06-3B67-1454-1D220DA037E1}"/>
              </a:ext>
            </a:extLst>
          </p:cNvPr>
          <p:cNvSpPr txBox="1">
            <a:spLocks noChangeAspect="1"/>
          </p:cNvSpPr>
          <p:nvPr userDrawn="1"/>
        </p:nvSpPr>
        <p:spPr bwMode="gray">
          <a:xfrm>
            <a:off x="10531725" y="6449437"/>
            <a:ext cx="1288800" cy="263108"/>
          </a:xfrm>
          <a:prstGeom prst="rect">
            <a:avLst/>
          </a:prstGeom>
          <a:blipFill dpi="0" rotWithShape="1">
            <a:blip r:embed="rId2"/>
            <a:srcRect/>
            <a:stretch>
              <a:fillRect/>
            </a:stretch>
          </a:blipFill>
        </p:spPr>
        <p:txBody>
          <a:bodyPr wrap="none" lIns="0" tIns="0" rIns="0" bIns="0"/>
          <a:lstStyle>
            <a:lvl1pPr marL="0" indent="0" algn="l" defTabSz="914400" rtl="0" eaLnBrk="1" latinLnBrk="0" hangingPunct="1">
              <a:lnSpc>
                <a:spcPct val="100000"/>
              </a:lnSpc>
              <a:spcBef>
                <a:spcPts val="0"/>
              </a:spcBef>
              <a:spcAft>
                <a:spcPts val="600"/>
              </a:spcAft>
              <a:buFontTx/>
              <a:buNone/>
              <a:defRPr lang="en-US" sz="200" kern="1200">
                <a:solidFill>
                  <a:schemeClr val="accent2"/>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a:no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a:no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DE"/>
              <a:t> </a:t>
            </a:r>
            <a:endParaRPr lang="en-DE" dirty="0"/>
          </a:p>
        </p:txBody>
      </p:sp>
    </p:spTree>
    <p:extLst>
      <p:ext uri="{BB962C8B-B14F-4D97-AF65-F5344CB8AC3E}">
        <p14:creationId xmlns:p14="http://schemas.microsoft.com/office/powerpoint/2010/main" val="15870198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_Picture Three Dar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799AD32-EACB-40FD-ACFA-9178E8D00357}"/>
              </a:ext>
            </a:extLst>
          </p:cNvPr>
          <p:cNvSpPr>
            <a:spLocks noGrp="1"/>
          </p:cNvSpPr>
          <p:nvPr>
            <p:ph type="pic" sz="quarter" idx="13" hasCustomPrompt="1"/>
          </p:nvPr>
        </p:nvSpPr>
        <p:spPr bwMode="gray">
          <a:xfrm>
            <a:off x="1"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8" name="Picture Placeholder 6">
            <a:extLst>
              <a:ext uri="{FF2B5EF4-FFF2-40B4-BE49-F238E27FC236}">
                <a16:creationId xmlns:a16="http://schemas.microsoft.com/office/drawing/2014/main" id="{C73D5620-2B8C-49E1-ADF3-9ADE2BF3BA3C}"/>
              </a:ext>
            </a:extLst>
          </p:cNvPr>
          <p:cNvSpPr>
            <a:spLocks noGrp="1"/>
          </p:cNvSpPr>
          <p:nvPr>
            <p:ph type="pic" sz="quarter" idx="14" hasCustomPrompt="1"/>
          </p:nvPr>
        </p:nvSpPr>
        <p:spPr bwMode="gray">
          <a:xfrm>
            <a:off x="4088000"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9" name="Picture Placeholder 6">
            <a:extLst>
              <a:ext uri="{FF2B5EF4-FFF2-40B4-BE49-F238E27FC236}">
                <a16:creationId xmlns:a16="http://schemas.microsoft.com/office/drawing/2014/main" id="{A31D45D1-5334-4DD5-8154-DAD52B3C3972}"/>
              </a:ext>
            </a:extLst>
          </p:cNvPr>
          <p:cNvSpPr>
            <a:spLocks noGrp="1"/>
          </p:cNvSpPr>
          <p:nvPr>
            <p:ph type="pic" sz="quarter" idx="15" hasCustomPrompt="1"/>
          </p:nvPr>
        </p:nvSpPr>
        <p:spPr bwMode="gray">
          <a:xfrm>
            <a:off x="8175999" y="1412875"/>
            <a:ext cx="4015999" cy="2772000"/>
          </a:xfrm>
          <a:prstGeom prst="rect">
            <a:avLst/>
          </a:prstGeom>
          <a:solidFill>
            <a:schemeClr val="accent6"/>
          </a:solidFill>
        </p:spPr>
        <p:txBody>
          <a:bodyPr anchor="ctr" anchorCtr="0"/>
          <a:lstStyle>
            <a:lvl1pPr algn="ctr">
              <a:defRPr sz="2000">
                <a:solidFill>
                  <a:schemeClr val="bg1"/>
                </a:solidFill>
              </a:defRPr>
            </a:lvl1pPr>
          </a:lstStyle>
          <a:p>
            <a:r>
              <a:rPr lang="en-US" dirty="0"/>
              <a:t>Click icon to add picture</a:t>
            </a:r>
          </a:p>
        </p:txBody>
      </p:sp>
      <p:sp>
        <p:nvSpPr>
          <p:cNvPr id="6" name="Title 5">
            <a:extLst>
              <a:ext uri="{FF2B5EF4-FFF2-40B4-BE49-F238E27FC236}">
                <a16:creationId xmlns:a16="http://schemas.microsoft.com/office/drawing/2014/main" id="{07792201-616E-4C9D-B2C5-4900CE58E947}"/>
              </a:ext>
            </a:extLst>
          </p:cNvPr>
          <p:cNvSpPr>
            <a:spLocks noGrp="1"/>
          </p:cNvSpPr>
          <p:nvPr>
            <p:ph type="title" hasCustomPrompt="1"/>
          </p:nvPr>
        </p:nvSpPr>
        <p:spPr bwMode="gray"/>
        <p:txBody>
          <a:bodyPr vert="horz"/>
          <a:lstStyle/>
          <a:p>
            <a:r>
              <a:rPr lang="en-US" dirty="0"/>
              <a:t>Click to edit Master title style</a:t>
            </a:r>
          </a:p>
        </p:txBody>
      </p:sp>
      <p:sp>
        <p:nvSpPr>
          <p:cNvPr id="4" name="Footer Placeholder 4">
            <a:extLst>
              <a:ext uri="{FF2B5EF4-FFF2-40B4-BE49-F238E27FC236}">
                <a16:creationId xmlns:a16="http://schemas.microsoft.com/office/drawing/2014/main" id="{CE3B8E11-1E99-8E14-7DC2-2A5585E8FA2F}"/>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5" name="Slide Number Placeholder 5">
            <a:extLst>
              <a:ext uri="{FF2B5EF4-FFF2-40B4-BE49-F238E27FC236}">
                <a16:creationId xmlns:a16="http://schemas.microsoft.com/office/drawing/2014/main" id="{C894E80A-235B-AC62-CD2D-E4D54353CE6C}"/>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978477999"/>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_Picture Collection Dark">
    <p:bg bwMode="gray">
      <p:bgPr>
        <a:solidFill>
          <a:schemeClr val="accent1"/>
        </a:solidFill>
        <a:effectLst/>
      </p:bgPr>
    </p:bg>
    <p:spTree>
      <p:nvGrpSpPr>
        <p:cNvPr id="1" name=""/>
        <p:cNvGrpSpPr/>
        <p:nvPr/>
      </p:nvGrpSpPr>
      <p:grpSpPr>
        <a:xfrm>
          <a:off x="0" y="0"/>
          <a:ext cx="0" cy="0"/>
          <a:chOff x="0" y="0"/>
          <a:chExt cx="0" cy="0"/>
        </a:xfrm>
      </p:grpSpPr>
      <p:sp>
        <p:nvSpPr>
          <p:cNvPr id="28" name="Picture Placeholder 25">
            <a:extLst>
              <a:ext uri="{C183D7F6-B498-43B3-948B-1728B52AA6E4}">
                <adec:decorative xmlns:adec="http://schemas.microsoft.com/office/drawing/2017/decorative" val="1"/>
              </a:ext>
            </a:extLst>
          </p:cNvPr>
          <p:cNvSpPr>
            <a:spLocks noGrp="1"/>
          </p:cNvSpPr>
          <p:nvPr>
            <p:ph type="pic" sz="quarter" idx="22" hasCustomPrompt="1"/>
          </p:nvPr>
        </p:nvSpPr>
        <p:spPr>
          <a:xfrm>
            <a:off x="3891928" y="3987606"/>
            <a:ext cx="5365113" cy="224968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95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3" name="Rounded Rectangle 12">
            <a:extLst>
              <a:ext uri="{C183D7F6-B498-43B3-948B-1728B52AA6E4}">
                <adec:decorative xmlns:adec="http://schemas.microsoft.com/office/drawing/2017/decorative" val="1"/>
              </a:ext>
            </a:extLst>
          </p:cNvPr>
          <p:cNvSpPr/>
          <p:nvPr userDrawn="1"/>
        </p:nvSpPr>
        <p:spPr>
          <a:xfrm>
            <a:off x="9349318" y="2163386"/>
            <a:ext cx="2377440" cy="2675053"/>
          </a:xfrm>
          <a:prstGeom prst="roundRect">
            <a:avLst>
              <a:gd name="adj" fmla="val 0"/>
            </a:avLst>
          </a:pr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1"/>
              </a:solidFill>
              <a:latin typeface="+mn-lt"/>
            </a:endParaRPr>
          </a:p>
        </p:txBody>
      </p:sp>
      <p:sp>
        <p:nvSpPr>
          <p:cNvPr id="6" name="Picture Placeholder 25">
            <a:extLst>
              <a:ext uri="{C183D7F6-B498-43B3-948B-1728B52AA6E4}">
                <adec:decorative xmlns:adec="http://schemas.microsoft.com/office/drawing/2017/decorative" val="1"/>
              </a:ext>
            </a:extLst>
          </p:cNvPr>
          <p:cNvSpPr>
            <a:spLocks noGrp="1"/>
          </p:cNvSpPr>
          <p:nvPr>
            <p:ph type="pic" sz="quarter" idx="10" hasCustomPrompt="1"/>
          </p:nvPr>
        </p:nvSpPr>
        <p:spPr>
          <a:xfrm>
            <a:off x="371475" y="333373"/>
            <a:ext cx="4419959" cy="3566160"/>
          </a:xfrm>
          <a:prstGeom prst="roundRect">
            <a:avLst>
              <a:gd name="adj" fmla="val 0"/>
            </a:avLst>
          </a:prstGeom>
          <a:solidFill>
            <a:schemeClr val="accent3"/>
          </a:solidFill>
          <a:ln>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14" name="Picture Placeholder 25">
            <a:extLst>
              <a:ext uri="{C183D7F6-B498-43B3-948B-1728B52AA6E4}">
                <adec:decorative xmlns:adec="http://schemas.microsoft.com/office/drawing/2017/decorative" val="1"/>
              </a:ext>
            </a:extLst>
          </p:cNvPr>
          <p:cNvSpPr>
            <a:spLocks noGrp="1"/>
          </p:cNvSpPr>
          <p:nvPr>
            <p:ph type="pic" sz="quarter" idx="15" hasCustomPrompt="1"/>
          </p:nvPr>
        </p:nvSpPr>
        <p:spPr>
          <a:xfrm>
            <a:off x="9359747" y="2140169"/>
            <a:ext cx="2460778" cy="2680693"/>
          </a:xfrm>
          <a:prstGeom prst="roundRect">
            <a:avLst>
              <a:gd name="adj" fmla="val 0"/>
            </a:avLst>
          </a:prstGeom>
          <a:solidFill>
            <a:schemeClr val="accent3"/>
          </a:solidFill>
          <a:ln w="3175" cmpd="sng">
            <a:noFill/>
          </a:ln>
          <a:effectLst/>
        </p:spPr>
        <p:txBody>
          <a:bodyPr vert="horz" lIns="91440" tIns="45720" rIns="91440" bIns="45720" rtlCol="0" anchor="ctr" anchorCtr="0">
            <a:normAutofit/>
          </a:bodyPr>
          <a:lstStyle>
            <a:lvl1pPr marL="0" indent="0" algn="ctr" defTabSz="1219170" rtl="0" eaLnBrk="1" latinLnBrk="0" hangingPunct="1">
              <a:lnSpc>
                <a:spcPct val="100000"/>
              </a:lnSpc>
              <a:spcBef>
                <a:spcPts val="1920"/>
              </a:spcBef>
              <a:buClr>
                <a:srgbClr val="92D050"/>
              </a:buClr>
              <a:buSzPct val="90000"/>
              <a:buFont typeface="Arial" pitchFamily="34" charset="0"/>
              <a:buNone/>
              <a:tabLst/>
              <a:defRPr lang="en-US" sz="2667" kern="1200" dirty="0">
                <a:solidFill>
                  <a:schemeClr val="bg1"/>
                </a:solidFill>
                <a:latin typeface="+mn-lt"/>
                <a:ea typeface="+mn-ea"/>
                <a:cs typeface="+mn-cs"/>
              </a:defRPr>
            </a:lvl1pPr>
          </a:lstStyle>
          <a:p>
            <a:r>
              <a:rPr lang="en-US" dirty="0"/>
              <a:t>Insert photo here</a:t>
            </a:r>
          </a:p>
        </p:txBody>
      </p:sp>
      <p:sp>
        <p:nvSpPr>
          <p:cNvPr id="29" name="Text Placeholder 4"/>
          <p:cNvSpPr>
            <a:spLocks noGrp="1"/>
          </p:cNvSpPr>
          <p:nvPr>
            <p:ph type="body" sz="quarter" idx="23" hasCustomPrompt="1"/>
          </p:nvPr>
        </p:nvSpPr>
        <p:spPr>
          <a:xfrm>
            <a:off x="371475" y="2384022"/>
            <a:ext cx="4419959" cy="1458387"/>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19" name="Text Placeholder 4"/>
          <p:cNvSpPr>
            <a:spLocks noGrp="1"/>
          </p:cNvSpPr>
          <p:nvPr>
            <p:ph type="body" sz="quarter" idx="17" hasCustomPrompt="1"/>
          </p:nvPr>
        </p:nvSpPr>
        <p:spPr>
          <a:xfrm>
            <a:off x="4902048" y="333373"/>
            <a:ext cx="4353503" cy="3566160"/>
          </a:xfrm>
          <a:prstGeom prst="roundRect">
            <a:avLst>
              <a:gd name="adj" fmla="val 0"/>
            </a:avLst>
          </a:prstGeom>
          <a:solidFill>
            <a:schemeClr val="accent1"/>
          </a:solidFill>
          <a:ln>
            <a:noFill/>
          </a:ln>
          <a:effectLst/>
        </p:spPr>
        <p:txBody>
          <a:bodyPr lIns="108000" anchor="ctr"/>
          <a:lstStyle>
            <a:lvl1pPr marL="0" indent="0" algn="l">
              <a:lnSpc>
                <a:spcPct val="100000"/>
              </a:lnSpc>
              <a:tabLst/>
              <a:defRPr sz="3200" b="1">
                <a:solidFill>
                  <a:schemeClr val="bg1"/>
                </a:solidFill>
                <a:effectLst/>
                <a:latin typeface="+mn-lt"/>
                <a:cs typeface="Arial"/>
              </a:defRPr>
            </a:lvl1pPr>
            <a:lvl2pPr marL="0" indent="0" algn="l">
              <a:lnSpc>
                <a:spcPct val="100000"/>
              </a:lnSpc>
              <a:defRPr>
                <a:solidFill>
                  <a:schemeClr val="bg1"/>
                </a:solidFill>
                <a:effectLst/>
                <a:latin typeface="+mn-lt"/>
                <a:cs typeface="Aria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a:p>
            <a:pPr lvl="1"/>
            <a:r>
              <a:rPr lang="en-US" altLang="ja-JP" dirty="0"/>
              <a:t>Second level</a:t>
            </a:r>
          </a:p>
        </p:txBody>
      </p:sp>
      <p:sp>
        <p:nvSpPr>
          <p:cNvPr id="21" name="Text Placeholder 4"/>
          <p:cNvSpPr>
            <a:spLocks noGrp="1"/>
          </p:cNvSpPr>
          <p:nvPr>
            <p:ph type="body" sz="quarter" idx="14" hasCustomPrompt="1"/>
          </p:nvPr>
        </p:nvSpPr>
        <p:spPr>
          <a:xfrm>
            <a:off x="9359747" y="333373"/>
            <a:ext cx="2460778" cy="1700963"/>
          </a:xfrm>
          <a:prstGeom prst="roundRect">
            <a:avLst>
              <a:gd name="adj" fmla="val 0"/>
            </a:avLst>
          </a:prstGeom>
          <a:solidFill>
            <a:schemeClr val="accent6"/>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6" name="Text Placeholder 4"/>
          <p:cNvSpPr>
            <a:spLocks noGrp="1"/>
          </p:cNvSpPr>
          <p:nvPr>
            <p:ph type="body" sz="quarter" idx="21" hasCustomPrompt="1"/>
          </p:nvPr>
        </p:nvSpPr>
        <p:spPr>
          <a:xfrm>
            <a:off x="9359747" y="3744196"/>
            <a:ext cx="2377440" cy="1076667"/>
          </a:xfrm>
          <a:prstGeom prst="roundRect">
            <a:avLst>
              <a:gd name="adj" fmla="val 0"/>
            </a:avLst>
          </a:prstGeom>
          <a:noFill/>
          <a:ln>
            <a:noFill/>
          </a:ln>
          <a:effectLst/>
        </p:spPr>
        <p:txBody>
          <a:bodyPr anchor="t" anchorCtr="0"/>
          <a:lstStyle>
            <a:lvl1pPr algn="ctr">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4" name="Text Placeholder 4"/>
          <p:cNvSpPr>
            <a:spLocks noGrp="1"/>
          </p:cNvSpPr>
          <p:nvPr>
            <p:ph type="body" sz="quarter" idx="13" hasCustomPrompt="1"/>
          </p:nvPr>
        </p:nvSpPr>
        <p:spPr>
          <a:xfrm>
            <a:off x="371475" y="3987606"/>
            <a:ext cx="3420269" cy="2249682"/>
          </a:xfrm>
          <a:prstGeom prst="roundRect">
            <a:avLst>
              <a:gd name="adj" fmla="val 0"/>
            </a:avLst>
          </a:prstGeom>
          <a:solidFill>
            <a:schemeClr val="accent6"/>
          </a:solidFill>
          <a:ln>
            <a:noFill/>
          </a:ln>
          <a:effectLst/>
        </p:spPr>
        <p:txBody>
          <a:bodyPr lIns="108000" anchor="ctr"/>
          <a:lstStyle>
            <a:lvl1pPr algn="l">
              <a:lnSpc>
                <a:spcPct val="100000"/>
              </a:lnSpc>
              <a:defRPr sz="2667" b="1">
                <a:solidFill>
                  <a:schemeClr val="bg1"/>
                </a:solidFill>
                <a:latin typeface="+mn-lt"/>
                <a:cs typeface="Arial"/>
              </a:defRPr>
            </a:lvl1pPr>
            <a:lvl2pPr algn="l">
              <a:defRPr>
                <a:solidFill>
                  <a:schemeClr val="tx2"/>
                </a:solidFill>
              </a:defRPr>
            </a:lvl2pPr>
            <a:lvl3pPr algn="l">
              <a:defRPr>
                <a:solidFill>
                  <a:schemeClr val="tx2"/>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5" name="Text Placeholder 4"/>
          <p:cNvSpPr>
            <a:spLocks noGrp="1"/>
          </p:cNvSpPr>
          <p:nvPr>
            <p:ph type="body" sz="quarter" idx="20" hasCustomPrompt="1"/>
          </p:nvPr>
        </p:nvSpPr>
        <p:spPr>
          <a:xfrm>
            <a:off x="3877779" y="5399590"/>
            <a:ext cx="5371355" cy="837698"/>
          </a:xfrm>
          <a:prstGeom prst="roundRect">
            <a:avLst>
              <a:gd name="adj" fmla="val 0"/>
            </a:avLst>
          </a:prstGeom>
          <a:noFill/>
          <a:ln>
            <a:noFill/>
          </a:ln>
          <a:effectLst/>
        </p:spPr>
        <p:txBody>
          <a:bodyPr anchor="t" anchorCtr="0"/>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22" name="Text Placeholder 4"/>
          <p:cNvSpPr>
            <a:spLocks noGrp="1"/>
          </p:cNvSpPr>
          <p:nvPr>
            <p:ph type="body" sz="quarter" idx="19" hasCustomPrompt="1"/>
          </p:nvPr>
        </p:nvSpPr>
        <p:spPr>
          <a:xfrm>
            <a:off x="9359747" y="4926695"/>
            <a:ext cx="2460778" cy="1310593"/>
          </a:xfrm>
          <a:prstGeom prst="roundRect">
            <a:avLst>
              <a:gd name="adj" fmla="val 0"/>
            </a:avLst>
          </a:prstGeom>
          <a:solidFill>
            <a:schemeClr val="bg2"/>
          </a:solidFill>
          <a:ln>
            <a:noFill/>
          </a:ln>
          <a:effectLst/>
        </p:spPr>
        <p:txBody>
          <a:bodyPr anchor="ctr"/>
          <a:lstStyle>
            <a:lvl1pPr algn="ctr">
              <a:lnSpc>
                <a:spcPct val="100000"/>
              </a:lnSpc>
              <a:defRPr sz="2133">
                <a:solidFill>
                  <a:schemeClr val="bg1"/>
                </a:solidFill>
                <a:latin typeface="+mn-lt"/>
                <a:cs typeface="Arial"/>
              </a:defRPr>
            </a:lvl1pPr>
            <a:lvl2pPr algn="l">
              <a:defRPr>
                <a:solidFill>
                  <a:schemeClr val="bg1"/>
                </a:solidFill>
              </a:defRPr>
            </a:lvl2pPr>
            <a:lvl3pPr algn="l">
              <a:defRPr>
                <a:solidFill>
                  <a:schemeClr val="bg1"/>
                </a:solidFill>
              </a:defRPr>
            </a:lvl3pPr>
            <a:lvl4pPr algn="ctr">
              <a:defRPr>
                <a:solidFill>
                  <a:schemeClr val="bg1"/>
                </a:solidFill>
              </a:defRPr>
            </a:lvl4pPr>
            <a:lvl5pPr algn="ctr">
              <a:defRPr>
                <a:solidFill>
                  <a:schemeClr val="bg1"/>
                </a:solidFill>
              </a:defRPr>
            </a:lvl5pPr>
          </a:lstStyle>
          <a:p>
            <a:pPr lvl="0"/>
            <a:r>
              <a:rPr lang="en-US" altLang="ja-JP" dirty="0"/>
              <a:t>Click to edit Master text styles</a:t>
            </a:r>
          </a:p>
        </p:txBody>
      </p:sp>
      <p:sp>
        <p:nvSpPr>
          <p:cNvPr id="5" name="TextBox 4">
            <a:extLst>
              <a:ext uri="{FF2B5EF4-FFF2-40B4-BE49-F238E27FC236}">
                <a16:creationId xmlns:a16="http://schemas.microsoft.com/office/drawing/2014/main" id="{AFBA9505-91C7-B9FF-4651-787D86C3BED1}"/>
              </a:ext>
            </a:extLst>
          </p:cNvPr>
          <p:cNvSpPr txBox="1"/>
          <p:nvPr userDrawn="1"/>
        </p:nvSpPr>
        <p:spPr>
          <a:xfrm>
            <a:off x="3685309" y="-803564"/>
            <a:ext cx="0" cy="0"/>
          </a:xfrm>
          <a:prstGeom prst="rect">
            <a:avLst/>
          </a:prstGeom>
          <a:noFill/>
        </p:spPr>
        <p:txBody>
          <a:bodyPr wrap="none" rtlCol="0">
            <a:noAutofit/>
          </a:bodyPr>
          <a:lstStyle/>
          <a:p>
            <a:pPr algn="l"/>
            <a:endParaRPr lang="en-US" dirty="0" err="1">
              <a:solidFill>
                <a:srgbClr val="FFFFFF"/>
              </a:solidFill>
            </a:endParaRPr>
          </a:p>
        </p:txBody>
      </p:sp>
      <p:sp>
        <p:nvSpPr>
          <p:cNvPr id="8" name="Footer Placeholder 4">
            <a:extLst>
              <a:ext uri="{FF2B5EF4-FFF2-40B4-BE49-F238E27FC236}">
                <a16:creationId xmlns:a16="http://schemas.microsoft.com/office/drawing/2014/main" id="{59C35B40-A84A-00D6-5FD3-6FD80F61E86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9" name="Slide Number Placeholder 5">
            <a:extLst>
              <a:ext uri="{FF2B5EF4-FFF2-40B4-BE49-F238E27FC236}">
                <a16:creationId xmlns:a16="http://schemas.microsoft.com/office/drawing/2014/main" id="{BFC1EFC3-6CA1-181A-9D7F-24D4581B210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Tree>
    <p:extLst>
      <p:ext uri="{BB962C8B-B14F-4D97-AF65-F5344CB8AC3E}">
        <p14:creationId xmlns:p14="http://schemas.microsoft.com/office/powerpoint/2010/main" val="129565401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_Closing Slide Future Blue Dar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B87ED33-6A4E-4B88-9978-60E9E0EBFC9F}"/>
              </a:ext>
            </a:extLst>
          </p:cNvPr>
          <p:cNvSpPr/>
          <p:nvPr/>
        </p:nvSpPr>
        <p:spPr bwMode="gray">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NTT DATA Global Logo">
            <a:extLst>
              <a:ext uri="{FF2B5EF4-FFF2-40B4-BE49-F238E27FC236}">
                <a16:creationId xmlns:a16="http://schemas.microsoft.com/office/drawing/2014/main" id="{3F03F05C-59F6-715B-5A33-907AD87C66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403287" y="2880000"/>
            <a:ext cx="5385427" cy="1098000"/>
          </a:xfrm>
          <a:prstGeom prst="rect">
            <a:avLst/>
          </a:prstGeom>
        </p:spPr>
      </p:pic>
    </p:spTree>
    <p:extLst>
      <p:ext uri="{BB962C8B-B14F-4D97-AF65-F5344CB8AC3E}">
        <p14:creationId xmlns:p14="http://schemas.microsoft.com/office/powerpoint/2010/main" val="181436144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_Closing Slide Navy Dark with picture dark">
    <p:bg bwMode="gray">
      <p:bgPr>
        <a:solidFill>
          <a:schemeClr val="accent1"/>
        </a:solidFill>
        <a:effectLst/>
      </p:bgPr>
    </p:bg>
    <p:spTree>
      <p:nvGrpSpPr>
        <p:cNvPr id="1" name=""/>
        <p:cNvGrpSpPr/>
        <p:nvPr/>
      </p:nvGrpSpPr>
      <p:grpSpPr>
        <a:xfrm>
          <a:off x="0" y="0"/>
          <a:ext cx="0" cy="0"/>
          <a:chOff x="0" y="0"/>
          <a:chExt cx="0" cy="0"/>
        </a:xfrm>
      </p:grpSpPr>
      <p:sp>
        <p:nvSpPr>
          <p:cNvPr id="7" name="Smart Navy SemiTrans Overlay">
            <a:extLst>
              <a:ext uri="{FF2B5EF4-FFF2-40B4-BE49-F238E27FC236}">
                <a16:creationId xmlns:a16="http://schemas.microsoft.com/office/drawing/2014/main" id="{6E4F8208-B33A-86C1-C4BF-6C513A841DFB}"/>
              </a:ext>
            </a:extLst>
          </p:cNvPr>
          <p:cNvSpPr>
            <a:spLocks noGrp="1"/>
          </p:cNvSpPr>
          <p:nvPr>
            <p:ph type="body" sz="quarter" idx="16" hasCustomPrompt="1"/>
          </p:nvPr>
        </p:nvSpPr>
        <p:spPr>
          <a:xfrm>
            <a:off x="0" y="0"/>
            <a:ext cx="12192000" cy="6857999"/>
          </a:xfrm>
          <a:prstGeom prst="rect">
            <a:avLst/>
          </a:prstGeom>
          <a:solidFill>
            <a:srgbClr val="050D24">
              <a:alpha val="57647"/>
            </a:srgbClr>
          </a:solidFill>
        </p:spPr>
        <p:txBody>
          <a:bodyPr/>
          <a:lstStyle>
            <a:lvl1pPr>
              <a:defRPr>
                <a:solidFill>
                  <a:schemeClr val="bg1"/>
                </a:solidFill>
              </a:defRPr>
            </a:lvl1pPr>
            <a:lvl2pPr marL="0" indent="0">
              <a:buNone/>
              <a:defRPr>
                <a:noFill/>
              </a:defRPr>
            </a:lvl2pPr>
            <a:lvl3pPr marL="216000" indent="0">
              <a:buFont typeface="Arial" panose="020B0604020202020204" pitchFamily="34" charset="0"/>
              <a:buNone/>
              <a:defRPr>
                <a:noFill/>
              </a:defRPr>
            </a:lvl3pPr>
            <a:lvl4pPr>
              <a:defRPr>
                <a:noFill/>
              </a:defRPr>
            </a:lvl4pPr>
            <a:lvl5pPr>
              <a:defRPr>
                <a:noFill/>
              </a:defRPr>
            </a:lvl5pPr>
          </a:lstStyle>
          <a:p>
            <a:pPr lvl="2"/>
            <a:r>
              <a:rPr lang="en-US" dirty="0"/>
              <a:t> </a:t>
            </a:r>
          </a:p>
        </p:txBody>
      </p:sp>
      <p:sp>
        <p:nvSpPr>
          <p:cNvPr id="11" name="Picture Placeholder 4">
            <a:extLst>
              <a:ext uri="{FF2B5EF4-FFF2-40B4-BE49-F238E27FC236}">
                <a16:creationId xmlns:a16="http://schemas.microsoft.com/office/drawing/2014/main" id="{DCE6D5FB-5128-84ED-8909-686C6A399387}"/>
              </a:ext>
            </a:extLst>
          </p:cNvPr>
          <p:cNvSpPr>
            <a:spLocks noGrp="1"/>
          </p:cNvSpPr>
          <p:nvPr>
            <p:ph type="pic" sz="quarter" idx="13" hasCustomPrompt="1"/>
          </p:nvPr>
        </p:nvSpPr>
        <p:spPr>
          <a:xfrm>
            <a:off x="0" y="0"/>
            <a:ext cx="12192000" cy="6860241"/>
          </a:xfrm>
          <a:prstGeom prst="rect">
            <a:avLst/>
          </a:prstGeom>
          <a:noFill/>
        </p:spPr>
        <p:txBody>
          <a:bodyPr tIns="2743200" bIns="0" anchor="ctr"/>
          <a:lstStyle>
            <a:lvl1pPr marL="0" indent="0" algn="ctr">
              <a:buFontTx/>
              <a:buNone/>
              <a:defRPr sz="2400">
                <a:solidFill>
                  <a:srgbClr val="FF7A00"/>
                </a:solidFill>
                <a:latin typeface="+mn-lt"/>
              </a:defRPr>
            </a:lvl1pPr>
          </a:lstStyle>
          <a:p>
            <a:pPr marL="0" marR="0" lvl="0" indent="0" algn="ctr" defTabSz="914400" rtl="0" eaLnBrk="1" fontAlgn="auto" latinLnBrk="0" hangingPunct="1">
              <a:lnSpc>
                <a:spcPct val="100000"/>
              </a:lnSpc>
              <a:spcBef>
                <a:spcPts val="1000"/>
              </a:spcBef>
              <a:spcAft>
                <a:spcPts val="0"/>
              </a:spcAft>
              <a:buClrTx/>
              <a:buSzTx/>
              <a:buFontTx/>
              <a:buNone/>
              <a:tabLst/>
              <a:defRPr/>
            </a:pPr>
            <a:r>
              <a:rPr lang="en-US" dirty="0"/>
              <a:t>Click to add image. Then Reorder: Send to back</a:t>
            </a:r>
          </a:p>
        </p:txBody>
      </p:sp>
      <p:sp>
        <p:nvSpPr>
          <p:cNvPr id="10" name="NTT DATA Global Logo" descr="NTT DATA Global Logo">
            <a:extLst>
              <a:ext uri="{FF2B5EF4-FFF2-40B4-BE49-F238E27FC236}">
                <a16:creationId xmlns:a16="http://schemas.microsoft.com/office/drawing/2014/main" id="{188EBC45-4F1C-E0B0-9BB4-2942DDBDBEAF}"/>
              </a:ext>
            </a:extLst>
          </p:cNvPr>
          <p:cNvSpPr>
            <a:spLocks noGrp="1" noChangeAspect="1"/>
          </p:cNvSpPr>
          <p:nvPr>
            <p:ph type="body" sz="quarter" idx="17" hasCustomPrompt="1"/>
          </p:nvPr>
        </p:nvSpPr>
        <p:spPr bwMode="gray">
          <a:xfrm>
            <a:off x="3403200" y="2879266"/>
            <a:ext cx="5385600" cy="1099468"/>
          </a:xfrm>
          <a:prstGeom prst="rect">
            <a:avLst/>
          </a:prstGeom>
          <a:blipFill dpi="0" rotWithShape="1">
            <a:blip r:embed="rId2"/>
            <a:srcRect/>
            <a:stretch>
              <a:fillRect/>
            </a:stretch>
          </a:blipFill>
        </p:spPr>
        <p:txBody>
          <a:bodyPr wrap="none" lIns="0" tIns="0" rIns="0" bIns="0"/>
          <a:lstStyle>
            <a:lvl1pPr>
              <a:defRPr sz="200">
                <a:solidFill>
                  <a:schemeClr val="accent2"/>
                </a:solidFill>
              </a:defRPr>
            </a:lvl1pPr>
            <a:lvl2pPr>
              <a:defRPr>
                <a:noFill/>
              </a:defRPr>
            </a:lvl2pPr>
            <a:lvl3pPr>
              <a:defRPr>
                <a:noFill/>
              </a:defRPr>
            </a:lvl3pPr>
            <a:lvl4pPr>
              <a:defRPr>
                <a:noFill/>
              </a:defRPr>
            </a:lvl4pPr>
            <a:lvl5pPr>
              <a:defRPr>
                <a:noFill/>
              </a:defRPr>
            </a:lvl5pPr>
          </a:lstStyle>
          <a:p>
            <a:pPr lvl="0"/>
            <a:r>
              <a:rPr lang="en-US" dirty="0"/>
              <a:t> </a:t>
            </a:r>
          </a:p>
        </p:txBody>
      </p:sp>
    </p:spTree>
    <p:extLst>
      <p:ext uri="{BB962C8B-B14F-4D97-AF65-F5344CB8AC3E}">
        <p14:creationId xmlns:p14="http://schemas.microsoft.com/office/powerpoint/2010/main" val="103045762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_Divider_Image Left Dark">
    <p:bg bwMode="gray">
      <p:bgPr>
        <a:solidFill>
          <a:schemeClr val="accent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4495800" y="2286000"/>
            <a:ext cx="7315200" cy="3951288"/>
          </a:xfrm>
        </p:spPr>
        <p:txBody>
          <a:bodyPr/>
          <a:lstStyle>
            <a:lvl1pPr>
              <a:defRPr sz="4800">
                <a:solidFill>
                  <a:schemeClr val="bg1"/>
                </a:solidFill>
              </a:defRPr>
            </a:lvl1pPr>
          </a:lstStyle>
          <a:p>
            <a:r>
              <a:rPr lang="en-US" dirty="0"/>
              <a:t>Divider Page Text</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4495800"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16" name="Picture Placeholder 4">
            <a:extLst>
              <a:ext uri="{FF2B5EF4-FFF2-40B4-BE49-F238E27FC236}">
                <a16:creationId xmlns:a16="http://schemas.microsoft.com/office/drawing/2014/main" id="{CBAA2EA5-06E3-8691-22FA-AE783265C861}"/>
              </a:ext>
            </a:extLst>
          </p:cNvPr>
          <p:cNvSpPr>
            <a:spLocks noGrp="1"/>
          </p:cNvSpPr>
          <p:nvPr>
            <p:ph type="pic" sz="quarter" idx="12" hasCustomPrompt="1"/>
          </p:nvPr>
        </p:nvSpPr>
        <p:spPr>
          <a:xfrm>
            <a:off x="0" y="0"/>
            <a:ext cx="4038600" cy="6858000"/>
          </a:xfrm>
          <a:prstGeom prst="rect">
            <a:avLst/>
          </a:prstGeom>
          <a:solidFill>
            <a:schemeClr val="accent6"/>
          </a:solidFill>
        </p:spPr>
        <p:txBody>
          <a:bodyPr tIns="2743200"/>
          <a:lstStyle>
            <a:lvl1pPr marL="0" indent="0" algn="ctr">
              <a:buNone/>
              <a:defRPr sz="2000">
                <a:solidFill>
                  <a:schemeClr val="bg1"/>
                </a:solidFill>
              </a:defRPr>
            </a:lvl1pPr>
          </a:lstStyle>
          <a:p>
            <a:r>
              <a:rPr lang="en-US" dirty="0"/>
              <a:t>Click to add picture</a:t>
            </a:r>
          </a:p>
        </p:txBody>
      </p:sp>
      <p:sp>
        <p:nvSpPr>
          <p:cNvPr id="6" name="Text Placeholder 5">
            <a:extLst>
              <a:ext uri="{FF2B5EF4-FFF2-40B4-BE49-F238E27FC236}">
                <a16:creationId xmlns:a16="http://schemas.microsoft.com/office/drawing/2014/main" id="{84E201FA-14DE-26F5-5B59-34540918F7C3}"/>
              </a:ext>
            </a:extLst>
          </p:cNvPr>
          <p:cNvSpPr>
            <a:spLocks noGrp="1"/>
          </p:cNvSpPr>
          <p:nvPr>
            <p:ph type="body" sz="quarter" idx="27" hasCustomPrompt="1"/>
          </p:nvPr>
        </p:nvSpPr>
        <p:spPr bwMode="gray">
          <a:xfrm>
            <a:off x="0" y="5202000"/>
            <a:ext cx="4038600" cy="1656000"/>
          </a:xfrm>
          <a:prstGeom prst="rect">
            <a:avLst/>
          </a:prstGeom>
          <a:gradFill>
            <a:gsLst>
              <a:gs pos="0">
                <a:schemeClr val="accent1"/>
              </a:gs>
              <a:gs pos="80000">
                <a:schemeClr val="accent1">
                  <a:alpha val="0"/>
                </a:schemeClr>
              </a:gs>
            </a:gsLst>
            <a:lin ang="16200000" scaled="1"/>
          </a:gradFill>
        </p:spPr>
        <p:txBody>
          <a:bodyPr vert="horz" wrap="square" lIns="0" tIns="0" rIns="0" bIns="0" rtlCol="0">
            <a:noAutofit/>
          </a:bodyPr>
          <a:lstStyle>
            <a:lvl1pPr>
              <a:defRPr lang="en-US" sz="100" dirty="0"/>
            </a:lvl1pPr>
          </a:lstStyle>
          <a:p>
            <a:pPr lvl="0"/>
            <a:r>
              <a:rPr lang="en-US" dirty="0"/>
              <a:t> </a:t>
            </a:r>
          </a:p>
        </p:txBody>
      </p:sp>
      <p:sp>
        <p:nvSpPr>
          <p:cNvPr id="2" name="Slide Number Placeholder 5">
            <a:extLst>
              <a:ext uri="{FF2B5EF4-FFF2-40B4-BE49-F238E27FC236}">
                <a16:creationId xmlns:a16="http://schemas.microsoft.com/office/drawing/2014/main" id="{0E3EC910-66B9-7290-6910-39097643AEA8}"/>
              </a:ext>
            </a:extLst>
          </p:cNvPr>
          <p:cNvSpPr>
            <a:spLocks noGrp="1"/>
          </p:cNvSpPr>
          <p:nvPr>
            <p:ph type="sldNum" sz="quarter" idx="4"/>
          </p:nvPr>
        </p:nvSpPr>
        <p:spPr bwMode="gray">
          <a:xfrm>
            <a:off x="7777162"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7" name="Footer Placeholder 4">
            <a:extLst>
              <a:ext uri="{FF2B5EF4-FFF2-40B4-BE49-F238E27FC236}">
                <a16:creationId xmlns:a16="http://schemas.microsoft.com/office/drawing/2014/main" id="{E28FF710-A250-66BE-1682-899EBECEAA90}"/>
              </a:ext>
            </a:extLst>
          </p:cNvPr>
          <p:cNvSpPr>
            <a:spLocks noGrp="1"/>
          </p:cNvSpPr>
          <p:nvPr>
            <p:ph type="ftr" sz="quarter" idx="3"/>
          </p:nvPr>
        </p:nvSpPr>
        <p:spPr bwMode="gray">
          <a:xfrm>
            <a:off x="4495800" y="6563358"/>
            <a:ext cx="324421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Tree>
    <p:extLst>
      <p:ext uri="{BB962C8B-B14F-4D97-AF65-F5344CB8AC3E}">
        <p14:creationId xmlns:p14="http://schemas.microsoft.com/office/powerpoint/2010/main" val="19338224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_Divider_InnovationCurve on Right Dark">
    <p:bg bwMode="gray">
      <p:bgPr>
        <a:solidFill>
          <a:schemeClr val="accent1"/>
        </a:solidFill>
        <a:effectLst/>
      </p:bgPr>
    </p:bg>
    <p:spTree>
      <p:nvGrpSpPr>
        <p:cNvPr id="1" name=""/>
        <p:cNvGrpSpPr/>
        <p:nvPr/>
      </p:nvGrpSpPr>
      <p:grpSpPr>
        <a:xfrm>
          <a:off x="0" y="0"/>
          <a:ext cx="0" cy="0"/>
          <a:chOff x="0" y="0"/>
          <a:chExt cx="0" cy="0"/>
        </a:xfrm>
      </p:grpSpPr>
      <p:sp>
        <p:nvSpPr>
          <p:cNvPr id="14" name="Title">
            <a:extLst>
              <a:ext uri="{FF2B5EF4-FFF2-40B4-BE49-F238E27FC236}">
                <a16:creationId xmlns:a16="http://schemas.microsoft.com/office/drawing/2014/main" id="{597D1B3A-E1F6-AFF4-3A3F-A37A17CBCB29}"/>
              </a:ext>
            </a:extLst>
          </p:cNvPr>
          <p:cNvSpPr>
            <a:spLocks noGrp="1"/>
          </p:cNvSpPr>
          <p:nvPr>
            <p:ph type="title" hasCustomPrompt="1"/>
          </p:nvPr>
        </p:nvSpPr>
        <p:spPr>
          <a:xfrm>
            <a:off x="371475" y="2286000"/>
            <a:ext cx="7315200" cy="3886200"/>
          </a:xfrm>
        </p:spPr>
        <p:txBody>
          <a:bodyPr/>
          <a:lstStyle>
            <a:lvl1pPr>
              <a:defRPr sz="4000">
                <a:solidFill>
                  <a:schemeClr val="bg1"/>
                </a:solidFill>
              </a:defRPr>
            </a:lvl1pPr>
          </a:lstStyle>
          <a:p>
            <a:r>
              <a:rPr lang="en-US" dirty="0"/>
              <a:t>Divider Page</a:t>
            </a:r>
          </a:p>
        </p:txBody>
      </p:sp>
      <p:sp>
        <p:nvSpPr>
          <p:cNvPr id="15" name="Section Number">
            <a:extLst>
              <a:ext uri="{FF2B5EF4-FFF2-40B4-BE49-F238E27FC236}">
                <a16:creationId xmlns:a16="http://schemas.microsoft.com/office/drawing/2014/main" id="{353938DB-D71F-BCC9-253A-E90421933DD0}"/>
              </a:ext>
            </a:extLst>
          </p:cNvPr>
          <p:cNvSpPr>
            <a:spLocks noGrp="1"/>
          </p:cNvSpPr>
          <p:nvPr>
            <p:ph type="body" sz="quarter" idx="13" hasCustomPrompt="1"/>
          </p:nvPr>
        </p:nvSpPr>
        <p:spPr>
          <a:xfrm>
            <a:off x="371475" y="685800"/>
            <a:ext cx="7315200" cy="1447800"/>
          </a:xfrm>
          <a:prstGeom prst="rect">
            <a:avLst/>
          </a:prstGeom>
        </p:spPr>
        <p:txBody>
          <a:bodyPr lIns="0" tIns="45720" rIns="0"/>
          <a:lstStyle>
            <a:lvl1pPr>
              <a:defRPr lang="en-US" sz="9600" b="1" dirty="0" smtClean="0">
                <a:solidFill>
                  <a:schemeClr val="bg2"/>
                </a:solidFill>
              </a:defRPr>
            </a:lvl1pPr>
          </a:lstStyle>
          <a:p>
            <a:pPr lvl="0">
              <a:lnSpc>
                <a:spcPct val="100000"/>
              </a:lnSpc>
            </a:pPr>
            <a:r>
              <a:rPr lang="en-US" dirty="0"/>
              <a:t>#</a:t>
            </a:r>
          </a:p>
        </p:txBody>
      </p:sp>
      <p:sp>
        <p:nvSpPr>
          <p:cNvPr id="4" name="Footer Placeholder 4">
            <a:extLst>
              <a:ext uri="{FF2B5EF4-FFF2-40B4-BE49-F238E27FC236}">
                <a16:creationId xmlns:a16="http://schemas.microsoft.com/office/drawing/2014/main" id="{07D78CB3-8E2A-426A-73F0-19178ABAAB0D}"/>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pt-BR" noProof="0" dirty="0"/>
              <a:t>© 2023 NTT DATA, Inc.</a:t>
            </a:r>
          </a:p>
        </p:txBody>
      </p:sp>
      <p:sp>
        <p:nvSpPr>
          <p:cNvPr id="5" name="Slide Number Placeholder 5">
            <a:extLst>
              <a:ext uri="{FF2B5EF4-FFF2-40B4-BE49-F238E27FC236}">
                <a16:creationId xmlns:a16="http://schemas.microsoft.com/office/drawing/2014/main" id="{90D19329-B7C0-CE48-A2F3-05D87FD03717}"/>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pic>
        <p:nvPicPr>
          <p:cNvPr id="8" name="Innovation Curve">
            <a:extLst>
              <a:ext uri="{FF2B5EF4-FFF2-40B4-BE49-F238E27FC236}">
                <a16:creationId xmlns:a16="http://schemas.microsoft.com/office/drawing/2014/main" id="{8FAD0C94-F295-1BA4-75E9-C0403855E0F0}"/>
              </a:ext>
            </a:extLst>
          </p:cNvPr>
          <p:cNvPicPr>
            <a:picLocks noChangeAspect="1"/>
          </p:cNvPicPr>
          <p:nvPr userDrawn="1"/>
        </p:nvPicPr>
        <p:blipFill>
          <a:blip r:embed="rId2"/>
          <a:stretch>
            <a:fillRect/>
          </a:stretch>
        </p:blipFill>
        <p:spPr>
          <a:xfrm>
            <a:off x="7940970" y="2281852"/>
            <a:ext cx="3879556" cy="3890348"/>
          </a:xfrm>
          <a:prstGeom prst="rect">
            <a:avLst/>
          </a:prstGeom>
        </p:spPr>
      </p:pic>
    </p:spTree>
    <p:extLst>
      <p:ext uri="{BB962C8B-B14F-4D97-AF65-F5344CB8AC3E}">
        <p14:creationId xmlns:p14="http://schemas.microsoft.com/office/powerpoint/2010/main" val="20763277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_Divider_Innovation Curve Image Left Dark">
    <p:bg bwMode="gray">
      <p:bgPr>
        <a:solidFill>
          <a:schemeClr val="accent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725B5FD-E0E9-1E4B-5EFE-D46E0910A6CB}"/>
              </a:ext>
            </a:extLst>
          </p:cNvPr>
          <p:cNvSpPr>
            <a:spLocks noGrp="1"/>
          </p:cNvSpPr>
          <p:nvPr>
            <p:ph type="title" hasCustomPrompt="1"/>
          </p:nvPr>
        </p:nvSpPr>
        <p:spPr>
          <a:xfrm>
            <a:off x="4495800" y="2433116"/>
            <a:ext cx="7315200" cy="3739084"/>
          </a:xfrm>
        </p:spPr>
        <p:txBody>
          <a:bodyPr/>
          <a:lstStyle>
            <a:lvl1pPr>
              <a:defRPr sz="4000">
                <a:solidFill>
                  <a:schemeClr val="bg1"/>
                </a:solidFill>
              </a:defRPr>
            </a:lvl1pPr>
          </a:lstStyle>
          <a:p>
            <a:r>
              <a:rPr lang="en-US" dirty="0"/>
              <a:t>Divider Page</a:t>
            </a:r>
          </a:p>
        </p:txBody>
      </p:sp>
      <p:sp>
        <p:nvSpPr>
          <p:cNvPr id="12" name="Section Number">
            <a:extLst>
              <a:ext uri="{FF2B5EF4-FFF2-40B4-BE49-F238E27FC236}">
                <a16:creationId xmlns:a16="http://schemas.microsoft.com/office/drawing/2014/main" id="{4337322C-F1A6-A8D5-2662-80C365ECE1C8}"/>
              </a:ext>
            </a:extLst>
          </p:cNvPr>
          <p:cNvSpPr>
            <a:spLocks noGrp="1"/>
          </p:cNvSpPr>
          <p:nvPr>
            <p:ph type="body" sz="quarter" idx="12" hasCustomPrompt="1"/>
          </p:nvPr>
        </p:nvSpPr>
        <p:spPr>
          <a:xfrm>
            <a:off x="4495800" y="685800"/>
            <a:ext cx="7315200" cy="1447800"/>
          </a:xfrm>
          <a:prstGeom prst="rect">
            <a:avLst/>
          </a:prstGeom>
        </p:spPr>
        <p:txBody>
          <a:bodyPr lIns="0" tIns="45720" rIns="0"/>
          <a:lstStyle>
            <a:lvl1pPr>
              <a:defRPr lang="en-US" sz="9600" b="1" dirty="0" smtClean="0">
                <a:solidFill>
                  <a:schemeClr val="accent2"/>
                </a:solidFill>
              </a:defRPr>
            </a:lvl1pPr>
          </a:lstStyle>
          <a:p>
            <a:pPr lvl="0">
              <a:lnSpc>
                <a:spcPct val="100000"/>
              </a:lnSpc>
            </a:pPr>
            <a:r>
              <a:rPr lang="en-US" dirty="0"/>
              <a:t>#</a:t>
            </a:r>
          </a:p>
        </p:txBody>
      </p:sp>
      <p:sp>
        <p:nvSpPr>
          <p:cNvPr id="11" name="Footer Placeholder 4">
            <a:extLst>
              <a:ext uri="{FF2B5EF4-FFF2-40B4-BE49-F238E27FC236}">
                <a16:creationId xmlns:a16="http://schemas.microsoft.com/office/drawing/2014/main" id="{8795E080-1F31-4238-044C-F377C0E2532A}"/>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13" name="Slide Number Placeholder 5">
            <a:extLst>
              <a:ext uri="{FF2B5EF4-FFF2-40B4-BE49-F238E27FC236}">
                <a16:creationId xmlns:a16="http://schemas.microsoft.com/office/drawing/2014/main" id="{5ACFAEF6-C002-CEF8-D12E-35B10EFF2EE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7" name="Grid">
            <a:extLst>
              <a:ext uri="{FF2B5EF4-FFF2-40B4-BE49-F238E27FC236}">
                <a16:creationId xmlns:a16="http://schemas.microsoft.com/office/drawing/2014/main" id="{7C23E814-83D3-3A4C-E7C1-1CC5AAE30DD9}"/>
              </a:ext>
            </a:extLst>
          </p:cNvPr>
          <p:cNvSpPr>
            <a:spLocks noGrp="1"/>
          </p:cNvSpPr>
          <p:nvPr>
            <p:ph type="body" sz="quarter" idx="14" hasCustomPrompt="1"/>
          </p:nvPr>
        </p:nvSpPr>
        <p:spPr>
          <a:xfrm>
            <a:off x="389852" y="2403913"/>
            <a:ext cx="3755940" cy="3767718"/>
          </a:xfrm>
          <a:blipFill>
            <a:blip r:embed="rId2"/>
            <a:stretch>
              <a:fillRect/>
            </a:stretch>
          </a:blipFill>
        </p:spPr>
        <p:txBody>
          <a:bodyPr/>
          <a:lstStyle>
            <a:lvl1pPr>
              <a:defRPr sz="200"/>
            </a:lvl1pPr>
          </a:lstStyle>
          <a:p>
            <a:pPr lvl="0"/>
            <a:r>
              <a:rPr lang="de-DE"/>
              <a:t>.</a:t>
            </a:r>
          </a:p>
        </p:txBody>
      </p:sp>
      <p:sp>
        <p:nvSpPr>
          <p:cNvPr id="8" name="Mask">
            <a:extLst>
              <a:ext uri="{FF2B5EF4-FFF2-40B4-BE49-F238E27FC236}">
                <a16:creationId xmlns:a16="http://schemas.microsoft.com/office/drawing/2014/main" id="{6A3F8A03-35AC-7457-3761-25EFCA9E3C9A}"/>
              </a:ext>
            </a:extLst>
          </p:cNvPr>
          <p:cNvSpPr>
            <a:spLocks noGrp="1"/>
          </p:cNvSpPr>
          <p:nvPr>
            <p:ph type="pic" sz="quarter" idx="15"/>
          </p:nvPr>
        </p:nvSpPr>
        <p:spPr bwMode="gray">
          <a:xfrm>
            <a:off x="389852" y="2403913"/>
            <a:ext cx="3755940" cy="3767718"/>
          </a:xfrm>
          <a:custGeom>
            <a:avLst/>
            <a:gdLst>
              <a:gd name="connsiteX0" fmla="*/ 1221722 w 3755940"/>
              <a:gd name="connsiteY0" fmla="*/ 0 h 3767718"/>
              <a:gd name="connsiteX1" fmla="*/ 2020606 w 3755940"/>
              <a:gd name="connsiteY1" fmla="*/ 439029 h 3767718"/>
              <a:gd name="connsiteX2" fmla="*/ 2500058 w 3755940"/>
              <a:gd name="connsiteY2" fmla="*/ 1241044 h 3767718"/>
              <a:gd name="connsiteX3" fmla="*/ 3753449 w 3755940"/>
              <a:gd name="connsiteY3" fmla="*/ 3762701 h 3767718"/>
              <a:gd name="connsiteX4" fmla="*/ 3755940 w 3755940"/>
              <a:gd name="connsiteY4" fmla="*/ 3767718 h 3767718"/>
              <a:gd name="connsiteX5" fmla="*/ 2499239 w 3755940"/>
              <a:gd name="connsiteY5" fmla="*/ 3767718 h 3767718"/>
              <a:gd name="connsiteX6" fmla="*/ 2498278 w 3755940"/>
              <a:gd name="connsiteY6" fmla="*/ 3765796 h 3767718"/>
              <a:gd name="connsiteX7" fmla="*/ 1255918 w 3755940"/>
              <a:gd name="connsiteY7" fmla="*/ 1279154 h 3767718"/>
              <a:gd name="connsiteX8" fmla="*/ 1255918 w 3755940"/>
              <a:gd name="connsiteY8" fmla="*/ 3767718 h 3767718"/>
              <a:gd name="connsiteX9" fmla="*/ 1252431 w 3755940"/>
              <a:gd name="connsiteY9" fmla="*/ 3767718 h 3767718"/>
              <a:gd name="connsiteX10" fmla="*/ 0 w 3755940"/>
              <a:gd name="connsiteY10" fmla="*/ 3767718 h 3767718"/>
              <a:gd name="connsiteX11" fmla="*/ 0 w 3755940"/>
              <a:gd name="connsiteY11" fmla="*/ 1264422 h 3767718"/>
              <a:gd name="connsiteX12" fmla="*/ 299364 w 3755940"/>
              <a:gd name="connsiteY12" fmla="*/ 383020 h 3767718"/>
              <a:gd name="connsiteX13" fmla="*/ 1221722 w 3755940"/>
              <a:gd name="connsiteY13" fmla="*/ 0 h 3767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5940" h="3767718">
                <a:moveTo>
                  <a:pt x="1221722" y="0"/>
                </a:moveTo>
                <a:cubicBezTo>
                  <a:pt x="1554534" y="0"/>
                  <a:pt x="1814293" y="189446"/>
                  <a:pt x="2020606" y="439029"/>
                </a:cubicBezTo>
                <a:cubicBezTo>
                  <a:pt x="2226883" y="688575"/>
                  <a:pt x="2380212" y="998721"/>
                  <a:pt x="2500058" y="1241044"/>
                </a:cubicBezTo>
                <a:lnTo>
                  <a:pt x="3753449" y="3762701"/>
                </a:lnTo>
                <a:lnTo>
                  <a:pt x="3755940" y="3767718"/>
                </a:lnTo>
                <a:lnTo>
                  <a:pt x="2499239" y="3767718"/>
                </a:lnTo>
                <a:lnTo>
                  <a:pt x="2498278" y="3765796"/>
                </a:lnTo>
                <a:lnTo>
                  <a:pt x="1255918" y="1279154"/>
                </a:lnTo>
                <a:lnTo>
                  <a:pt x="1255918" y="3767718"/>
                </a:lnTo>
                <a:cubicBezTo>
                  <a:pt x="1255918" y="3767718"/>
                  <a:pt x="1252431" y="3767718"/>
                  <a:pt x="1252431" y="3767718"/>
                </a:cubicBezTo>
                <a:lnTo>
                  <a:pt x="0" y="3767718"/>
                </a:lnTo>
                <a:lnTo>
                  <a:pt x="0" y="1264422"/>
                </a:lnTo>
                <a:cubicBezTo>
                  <a:pt x="0" y="932251"/>
                  <a:pt x="97677" y="616163"/>
                  <a:pt x="299364" y="383020"/>
                </a:cubicBezTo>
                <a:cubicBezTo>
                  <a:pt x="501086" y="149842"/>
                  <a:pt x="806677" y="0"/>
                  <a:pt x="1221722" y="0"/>
                </a:cubicBezTo>
                <a:close/>
              </a:path>
            </a:pathLst>
          </a:custGeom>
          <a:solidFill>
            <a:schemeClr val="accent6"/>
          </a:solidFill>
        </p:spPr>
        <p:txBody>
          <a:bodyPr wrap="square">
            <a:noAutofit/>
          </a:bodyPr>
          <a:lstStyle>
            <a:lvl1pPr>
              <a:defRPr sz="200">
                <a:solidFill>
                  <a:srgbClr val="070F26"/>
                </a:solidFill>
              </a:defRPr>
            </a:lvl1pPr>
          </a:lstStyle>
          <a:p>
            <a:endParaRPr lang="de-DE"/>
          </a:p>
        </p:txBody>
      </p:sp>
    </p:spTree>
    <p:extLst>
      <p:ext uri="{BB962C8B-B14F-4D97-AF65-F5344CB8AC3E}">
        <p14:creationId xmlns:p14="http://schemas.microsoft.com/office/powerpoint/2010/main" val="297031296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image" Target="../media/image9.svg"/><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theme" Target="../theme/theme2.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image" Target="../media/image1.svg"/><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theme" Target="../theme/theme3.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dirty="0"/>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NTT DATA Global Logo">
            <a:extLst>
              <a:ext uri="{FF2B5EF4-FFF2-40B4-BE49-F238E27FC236}">
                <a16:creationId xmlns:a16="http://schemas.microsoft.com/office/drawing/2014/main" id="{D3B22713-AB91-EF03-7CF0-CCF486815A38}"/>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409964038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67" r:id="rId3"/>
    <p:sldLayoutId id="2147483768" r:id="rId4"/>
    <p:sldLayoutId id="2147483750" r:id="rId5"/>
    <p:sldLayoutId id="2147483751" r:id="rId6"/>
    <p:sldLayoutId id="2147483752" r:id="rId7"/>
    <p:sldLayoutId id="2147483770" r:id="rId8"/>
    <p:sldLayoutId id="2147483754" r:id="rId9"/>
    <p:sldLayoutId id="2147483769" r:id="rId10"/>
    <p:sldLayoutId id="2147483772" r:id="rId11"/>
    <p:sldLayoutId id="2147483755" r:id="rId12"/>
    <p:sldLayoutId id="2147483756" r:id="rId13"/>
    <p:sldLayoutId id="2147483757" r:id="rId14"/>
    <p:sldLayoutId id="2147483764" r:id="rId15"/>
    <p:sldLayoutId id="2147483758" r:id="rId16"/>
    <p:sldLayoutId id="2147483760" r:id="rId17"/>
    <p:sldLayoutId id="2147483761" r:id="rId18"/>
    <p:sldLayoutId id="2147483762" r:id="rId19"/>
    <p:sldLayoutId id="2147483746" r:id="rId20"/>
    <p:sldLayoutId id="2147483747" r:id="rId21"/>
    <p:sldLayoutId id="2147483748" r:id="rId22"/>
    <p:sldLayoutId id="2147483825" r:id="rId23"/>
    <p:sldLayoutId id="2147483826" r:id="rId24"/>
  </p:sldLayoutIdLst>
  <p:hf hdr="0"/>
  <p:txStyles>
    <p:titleStyle>
      <a:lvl1pPr algn="l" defTabSz="914400" rtl="0" eaLnBrk="1" latinLnBrk="0" hangingPunct="1">
        <a:lnSpc>
          <a:spcPct val="90000"/>
        </a:lnSpc>
        <a:spcBef>
          <a:spcPct val="0"/>
        </a:spcBef>
        <a:buNone/>
        <a:defRPr sz="2400" b="0" kern="1200">
          <a:solidFill>
            <a:schemeClr val="bg1"/>
          </a:solidFill>
          <a:latin typeface="Georgia" panose="02040502050405020303" pitchFamily="18" charset="0"/>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bg1"/>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dirty="0">
          <a:solidFill>
            <a:schemeClr val="bg1"/>
          </a:solid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userDrawn="1">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dirty="0"/>
              <a:t>Click to edit Master title</a:t>
            </a:r>
          </a:p>
        </p:txBody>
      </p:sp>
      <p:sp>
        <p:nvSpPr>
          <p:cNvPr id="3" name="Text Placeholder 2">
            <a:extLst>
              <a:ext uri="{FF2B5EF4-FFF2-40B4-BE49-F238E27FC236}">
                <a16:creationId xmlns:a16="http://schemas.microsoft.com/office/drawing/2014/main" id="{C844632A-2918-4D07-821E-9CC4B7A378DA}"/>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rgbClr val="6B6B6B"/>
                </a:solidFill>
              </a:defRPr>
            </a:lvl1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rgbClr val="6B6B6B"/>
                </a:solidFill>
              </a:defRPr>
            </a:lvl1p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‹Nº›</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7" name="Grafik 6" descr="NTT DATA Logo">
            <a:extLst>
              <a:ext uri="{FF2B5EF4-FFF2-40B4-BE49-F238E27FC236}">
                <a16:creationId xmlns:a16="http://schemas.microsoft.com/office/drawing/2014/main" id="{1DB40E02-E43E-21B5-7D2A-60B35F0977AE}"/>
              </a:ext>
            </a:extLst>
          </p:cNvPr>
          <p:cNvPicPr>
            <a:picLocks noGrp="1" noRot="1" noChangeAspect="1" noMove="1" noResize="1" noEditPoints="1" noAdjustHandles="1" noChangeArrowheads="1" noChangeShapeType="1" noCrop="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0531554" y="6449745"/>
            <a:ext cx="1288971" cy="262800"/>
          </a:xfrm>
          <a:prstGeom prst="rect">
            <a:avLst/>
          </a:prstGeom>
        </p:spPr>
      </p:pic>
    </p:spTree>
    <p:extLst>
      <p:ext uri="{BB962C8B-B14F-4D97-AF65-F5344CB8AC3E}">
        <p14:creationId xmlns:p14="http://schemas.microsoft.com/office/powerpoint/2010/main" val="1979577595"/>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 id="2147483785" r:id="rId12"/>
    <p:sldLayoutId id="2147483786" r:id="rId13"/>
    <p:sldLayoutId id="2147483787" r:id="rId14"/>
    <p:sldLayoutId id="2147483788" r:id="rId15"/>
    <p:sldLayoutId id="2147483789" r:id="rId16"/>
    <p:sldLayoutId id="2147483790" r:id="rId17"/>
    <p:sldLayoutId id="2147483791" r:id="rId18"/>
    <p:sldLayoutId id="2147483792" r:id="rId19"/>
    <p:sldLayoutId id="2147483793" r:id="rId20"/>
    <p:sldLayoutId id="2147483794" r:id="rId21"/>
    <p:sldLayoutId id="2147483795" r:id="rId22"/>
  </p:sldLayoutIdLst>
  <p:hf hdr="0"/>
  <p:txStyles>
    <p:titleStyle>
      <a:lvl1pPr algn="l" defTabSz="914400" rtl="0" eaLnBrk="1" latinLnBrk="0" hangingPunct="1">
        <a:lnSpc>
          <a:spcPct val="90000"/>
        </a:lnSpc>
        <a:spcBef>
          <a:spcPct val="0"/>
        </a:spcBef>
        <a:buNone/>
        <a:defRPr sz="2400" b="0" kern="1200">
          <a:solidFill>
            <a:schemeClr val="accent1"/>
          </a:solidFill>
          <a:latin typeface="Georgia" panose="02040502050405020303" pitchFamily="18" charset="0"/>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Pr>
        <a:solidFill>
          <a:schemeClr val="accent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74404F-43CD-40C8-B408-4B36050B4048}"/>
              </a:ext>
            </a:extLst>
          </p:cNvPr>
          <p:cNvSpPr>
            <a:spLocks noGrp="1"/>
          </p:cNvSpPr>
          <p:nvPr>
            <p:ph type="title"/>
          </p:nvPr>
        </p:nvSpPr>
        <p:spPr bwMode="gray">
          <a:xfrm>
            <a:off x="371475" y="333375"/>
            <a:ext cx="11449050" cy="792000"/>
          </a:xfrm>
          <a:prstGeom prst="rect">
            <a:avLst/>
          </a:prstGeom>
        </p:spPr>
        <p:txBody>
          <a:bodyPr vert="horz" lIns="0" tIns="0" rIns="0" bIns="0" rtlCol="0" anchor="t">
            <a:noAutofit/>
          </a:bodyPr>
          <a:lstStyle/>
          <a:p>
            <a:r>
              <a:rPr lang="en-US" dirty="0"/>
              <a:t>Click to edit Master title</a:t>
            </a:r>
          </a:p>
        </p:txBody>
      </p:sp>
      <p:sp>
        <p:nvSpPr>
          <p:cNvPr id="5" name="Footer Placeholder 4">
            <a:extLst>
              <a:ext uri="{FF2B5EF4-FFF2-40B4-BE49-F238E27FC236}">
                <a16:creationId xmlns:a16="http://schemas.microsoft.com/office/drawing/2014/main" id="{A37B7396-CF44-41A3-ABC7-B95299F0C012}"/>
              </a:ext>
            </a:extLst>
          </p:cNvPr>
          <p:cNvSpPr>
            <a:spLocks noGrp="1"/>
          </p:cNvSpPr>
          <p:nvPr>
            <p:ph type="ftr" sz="quarter" idx="3"/>
          </p:nvPr>
        </p:nvSpPr>
        <p:spPr bwMode="gray">
          <a:xfrm>
            <a:off x="371475" y="6563358"/>
            <a:ext cx="4852035" cy="88901"/>
          </a:xfrm>
          <a:prstGeom prst="rect">
            <a:avLst/>
          </a:prstGeom>
          <a:ln>
            <a:noFill/>
          </a:ln>
        </p:spPr>
        <p:txBody>
          <a:bodyPr vert="horz" lIns="0" tIns="0" rIns="0" bIns="0" rtlCol="0" anchor="ctr">
            <a:noAutofit/>
          </a:bodyPr>
          <a:lstStyle>
            <a:lvl1pPr algn="l">
              <a:lnSpc>
                <a:spcPct val="100000"/>
              </a:lnSpc>
              <a:defRPr sz="800">
                <a:solidFill>
                  <a:schemeClr val="bg1"/>
                </a:solidFill>
              </a:defRPr>
            </a:lvl1pPr>
          </a:lstStyle>
          <a:p>
            <a:r>
              <a:rPr lang="en-US" noProof="0" dirty="0"/>
              <a:t>© 2023 NTT DATA, Inc.</a:t>
            </a:r>
          </a:p>
        </p:txBody>
      </p:sp>
      <p:sp>
        <p:nvSpPr>
          <p:cNvPr id="6" name="Slide Number Placeholder 5">
            <a:extLst>
              <a:ext uri="{FF2B5EF4-FFF2-40B4-BE49-F238E27FC236}">
                <a16:creationId xmlns:a16="http://schemas.microsoft.com/office/drawing/2014/main" id="{BE603A65-CACD-4E1E-A1C2-FC8F9891C191}"/>
              </a:ext>
            </a:extLst>
          </p:cNvPr>
          <p:cNvSpPr>
            <a:spLocks noGrp="1"/>
          </p:cNvSpPr>
          <p:nvPr>
            <p:ph type="sldNum" sz="quarter" idx="4"/>
          </p:nvPr>
        </p:nvSpPr>
        <p:spPr bwMode="gray">
          <a:xfrm>
            <a:off x="5943600" y="6563358"/>
            <a:ext cx="304800" cy="88901"/>
          </a:xfrm>
          <a:prstGeom prst="rect">
            <a:avLst/>
          </a:prstGeom>
          <a:ln>
            <a:noFill/>
          </a:ln>
        </p:spPr>
        <p:txBody>
          <a:bodyPr vert="horz" lIns="0" tIns="0" rIns="0" bIns="0" rtlCol="0" anchor="ctr">
            <a:noAutofit/>
          </a:bodyPr>
          <a:lstStyle>
            <a:lvl1pPr algn="ctr">
              <a:lnSpc>
                <a:spcPct val="100000"/>
              </a:lnSpc>
              <a:defRPr sz="800">
                <a:solidFill>
                  <a:schemeClr val="bg1"/>
                </a:solidFill>
              </a:defRPr>
            </a:lvl1pPr>
          </a:lstStyle>
          <a:p>
            <a:fld id="{13CE6DAF-806F-404B-BC68-339BFCB57E5C}" type="slidenum">
              <a:rPr lang="en-US" smtClean="0"/>
              <a:pPr/>
              <a:t>‹Nº›</a:t>
            </a:fld>
            <a:endParaRPr lang="en-US" dirty="0"/>
          </a:p>
        </p:txBody>
      </p:sp>
      <p:sp>
        <p:nvSpPr>
          <p:cNvPr id="11" name="Text Placeholder 2">
            <a:extLst>
              <a:ext uri="{FF2B5EF4-FFF2-40B4-BE49-F238E27FC236}">
                <a16:creationId xmlns:a16="http://schemas.microsoft.com/office/drawing/2014/main" id="{DB22E3CC-1B88-CF67-AD2F-D65E37E3716E}"/>
              </a:ext>
            </a:extLst>
          </p:cNvPr>
          <p:cNvSpPr>
            <a:spLocks noGrp="1"/>
          </p:cNvSpPr>
          <p:nvPr>
            <p:ph type="body" idx="1"/>
          </p:nvPr>
        </p:nvSpPr>
        <p:spPr bwMode="gray">
          <a:xfrm>
            <a:off x="371475" y="1412875"/>
            <a:ext cx="11449050" cy="482441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NTT DATA Global Logo">
            <a:extLst>
              <a:ext uri="{FF2B5EF4-FFF2-40B4-BE49-F238E27FC236}">
                <a16:creationId xmlns:a16="http://schemas.microsoft.com/office/drawing/2014/main" id="{D3B22713-AB91-EF03-7CF0-CCF486815A38}"/>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bwMode="gray">
          <a:xfrm>
            <a:off x="10531554" y="6449745"/>
            <a:ext cx="1288971" cy="262800"/>
          </a:xfrm>
          <a:prstGeom prst="rect">
            <a:avLst/>
          </a:prstGeom>
        </p:spPr>
      </p:pic>
    </p:spTree>
    <p:extLst>
      <p:ext uri="{BB962C8B-B14F-4D97-AF65-F5344CB8AC3E}">
        <p14:creationId xmlns:p14="http://schemas.microsoft.com/office/powerpoint/2010/main" val="842007594"/>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Lst>
  <p:hf hdr="0"/>
  <p:txStyles>
    <p:titleStyle>
      <a:lvl1pPr algn="l" defTabSz="914400" rtl="0" eaLnBrk="1" latinLnBrk="0" hangingPunct="1">
        <a:lnSpc>
          <a:spcPct val="90000"/>
        </a:lnSpc>
        <a:spcBef>
          <a:spcPct val="0"/>
        </a:spcBef>
        <a:buNone/>
        <a:defRPr sz="2400" b="0" kern="1200">
          <a:solidFill>
            <a:schemeClr val="bg1"/>
          </a:solidFill>
          <a:latin typeface="Georgia" panose="02040502050405020303" pitchFamily="18" charset="0"/>
          <a:ea typeface="+mj-ea"/>
          <a:cs typeface="+mj-cs"/>
        </a:defRPr>
      </a:lvl1pPr>
    </p:titleStyle>
    <p:bodyStyle>
      <a:lvl1pPr marL="0" indent="0" algn="l" defTabSz="914400" rtl="0" eaLnBrk="1" latinLnBrk="0" hangingPunct="1">
        <a:lnSpc>
          <a:spcPct val="100000"/>
        </a:lnSpc>
        <a:spcBef>
          <a:spcPts val="0"/>
        </a:spcBef>
        <a:spcAft>
          <a:spcPts val="600"/>
        </a:spcAft>
        <a:buFontTx/>
        <a:buNone/>
        <a:defRPr lang="en-US" sz="1800" kern="1200" dirty="0">
          <a:solidFill>
            <a:schemeClr val="bg1"/>
          </a:solidFill>
          <a:latin typeface="+mn-lt"/>
          <a:ea typeface="+mn-ea"/>
          <a:cs typeface="+mn-cs"/>
        </a:defRPr>
      </a:lvl1pPr>
      <a:lvl2pPr marL="285750" indent="-285750" algn="l" defTabSz="914400" rtl="0" eaLnBrk="1" latinLnBrk="0" hangingPunct="1">
        <a:lnSpc>
          <a:spcPct val="100000"/>
        </a:lnSpc>
        <a:spcBef>
          <a:spcPts val="500"/>
        </a:spcBef>
        <a:buClr>
          <a:schemeClr val="bg1"/>
        </a:buClr>
        <a:buFont typeface="Arial" panose="020B0604020202020204" pitchFamily="34" charset="0"/>
        <a:buChar char="•"/>
        <a:defRPr lang="en-US" sz="1800" kern="1200" dirty="0">
          <a:solidFill>
            <a:schemeClr val="bg1"/>
          </a:solidFill>
          <a:latin typeface="+mn-lt"/>
          <a:ea typeface="+mn-ea"/>
          <a:cs typeface="+mn-cs"/>
        </a:defRPr>
      </a:lvl2pPr>
      <a:lvl3pPr marL="536575"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3pPr>
      <a:lvl4pPr marL="804863" indent="-268288"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4pPr>
      <a:lvl5pPr marL="1077913" indent="-273050" algn="l" defTabSz="914400" rtl="0" eaLnBrk="1" latinLnBrk="0" hangingPunct="1">
        <a:lnSpc>
          <a:spcPct val="100000"/>
        </a:lnSpc>
        <a:spcBef>
          <a:spcPts val="500"/>
        </a:spcBef>
        <a:buClr>
          <a:schemeClr val="bg1"/>
        </a:buClr>
        <a:buFont typeface="Arial" panose="020B0604020202020204" pitchFamily="34" charset="0"/>
        <a:buChar char="»"/>
        <a:defRPr lang="en-US" sz="1600" kern="1200" dirty="0">
          <a:solidFill>
            <a:schemeClr val="bg1"/>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bodyStyle>
    <p:otherStyle>
      <a:defPPr>
        <a:defRPr lang="en-US"/>
      </a:defPPr>
      <a:lvl1pPr marL="0" indent="0" algn="l" defTabSz="914400" rtl="0" eaLnBrk="1" latinLnBrk="0" hangingPunct="1">
        <a:lnSpc>
          <a:spcPct val="110000"/>
        </a:lnSpc>
        <a:spcBef>
          <a:spcPts val="600"/>
        </a:spcBef>
        <a:buFontTx/>
        <a:buNone/>
        <a:defRPr sz="1800" kern="1200">
          <a:solidFill>
            <a:schemeClr val="tx2"/>
          </a:solidFill>
          <a:latin typeface="+mn-lt"/>
          <a:ea typeface="+mn-ea"/>
          <a:cs typeface="+mn-cs"/>
        </a:defRPr>
      </a:lvl1pPr>
      <a:lvl2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2pPr>
      <a:lvl3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3pPr>
      <a:lvl4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p:otherStyle>
  </p:txStyles>
  <p:extLst>
    <p:ext uri="{27BBF7A9-308A-43DC-89C8-2F10F3537804}">
      <p15:sldGuideLst xmlns:p15="http://schemas.microsoft.com/office/powerpoint/2012/main">
        <p15:guide id="1" orient="horz" pos="210">
          <p15:clr>
            <a:srgbClr val="F26B43"/>
          </p15:clr>
        </p15:guide>
        <p15:guide id="3" orient="horz" pos="890">
          <p15:clr>
            <a:srgbClr val="F26B43"/>
          </p15:clr>
        </p15:guide>
        <p15:guide id="4" orient="horz" pos="3929">
          <p15:clr>
            <a:srgbClr val="F26B43"/>
          </p15:clr>
        </p15:guide>
        <p15:guide id="5" pos="234">
          <p15:clr>
            <a:srgbClr val="F26B43"/>
          </p15:clr>
        </p15:guide>
        <p15:guide id="6" pos="3840">
          <p15:clr>
            <a:srgbClr val="F26B43"/>
          </p15:clr>
        </p15:guide>
        <p15:guide id="8" pos="74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3" Type="http://schemas.openxmlformats.org/officeDocument/2006/relationships/hyperlink" Target="https://asesti.blogspot.com/2006/06/nuevos-modelos-de-hp-compaq-en.html" TargetMode="External"/><Relationship Id="rId2" Type="http://schemas.openxmlformats.org/officeDocument/2006/relationships/image" Target="../media/image26.jpg"/><Relationship Id="rId1" Type="http://schemas.openxmlformats.org/officeDocument/2006/relationships/slideLayout" Target="../slideLayouts/slideLayout45.xml"/><Relationship Id="rId4" Type="http://schemas.openxmlformats.org/officeDocument/2006/relationships/hyperlink" Target="https://creativecommons.org/licenses/by/3.0/"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asesti.blogspot.com/2006/06/nuevos-modelos-de-hp-compaq-en.html" TargetMode="External"/><Relationship Id="rId2" Type="http://schemas.openxmlformats.org/officeDocument/2006/relationships/image" Target="../media/image26.jpg"/><Relationship Id="rId1" Type="http://schemas.openxmlformats.org/officeDocument/2006/relationships/slideLayout" Target="../slideLayouts/slideLayout45.xml"/><Relationship Id="rId4" Type="http://schemas.openxmlformats.org/officeDocument/2006/relationships/hyperlink" Target="https://creativecommons.org/licenses/by/3.0/"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asesti.blogspot.com/2006/06/nuevos-modelos-de-hp-compaq-en.html" TargetMode="External"/><Relationship Id="rId2" Type="http://schemas.openxmlformats.org/officeDocument/2006/relationships/image" Target="../media/image26.jpg"/><Relationship Id="rId1" Type="http://schemas.openxmlformats.org/officeDocument/2006/relationships/slideLayout" Target="../slideLayouts/slideLayout45.xml"/><Relationship Id="rId4" Type="http://schemas.openxmlformats.org/officeDocument/2006/relationships/hyperlink" Target="https://creativecommons.org/licenses/by/3.0/"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6817137-460E-6CCC-3078-E33991BC8C99}"/>
              </a:ext>
            </a:extLst>
          </p:cNvPr>
          <p:cNvSpPr>
            <a:spLocks noGrp="1"/>
          </p:cNvSpPr>
          <p:nvPr>
            <p:ph type="body" sz="quarter" idx="14"/>
          </p:nvPr>
        </p:nvSpPr>
        <p:spPr/>
        <p:txBody>
          <a:bodyPr/>
          <a:lstStyle/>
          <a:p>
            <a:r>
              <a:rPr lang="es-MX" dirty="0"/>
              <a:t>Microservicios </a:t>
            </a:r>
          </a:p>
        </p:txBody>
      </p:sp>
      <p:sp>
        <p:nvSpPr>
          <p:cNvPr id="3" name="Marcador de texto 2">
            <a:extLst>
              <a:ext uri="{FF2B5EF4-FFF2-40B4-BE49-F238E27FC236}">
                <a16:creationId xmlns:a16="http://schemas.microsoft.com/office/drawing/2014/main" id="{18399B3F-03E9-704A-EF02-2A6D141F4EA3}"/>
              </a:ext>
            </a:extLst>
          </p:cNvPr>
          <p:cNvSpPr>
            <a:spLocks noGrp="1"/>
          </p:cNvSpPr>
          <p:nvPr>
            <p:ph type="body" sz="quarter" idx="15"/>
          </p:nvPr>
        </p:nvSpPr>
        <p:spPr/>
        <p:txBody>
          <a:bodyPr/>
          <a:lstStyle/>
          <a:p>
            <a:endParaRPr lang="es-MX"/>
          </a:p>
        </p:txBody>
      </p:sp>
      <p:sp>
        <p:nvSpPr>
          <p:cNvPr id="7" name="Marcador de texto 6">
            <a:extLst>
              <a:ext uri="{FF2B5EF4-FFF2-40B4-BE49-F238E27FC236}">
                <a16:creationId xmlns:a16="http://schemas.microsoft.com/office/drawing/2014/main" id="{63886AE8-A67A-C5D4-418B-422843EF0E9B}"/>
              </a:ext>
            </a:extLst>
          </p:cNvPr>
          <p:cNvSpPr>
            <a:spLocks noGrp="1"/>
          </p:cNvSpPr>
          <p:nvPr>
            <p:ph type="body" sz="quarter" idx="21"/>
          </p:nvPr>
        </p:nvSpPr>
        <p:spPr/>
        <p:txBody>
          <a:bodyPr/>
          <a:lstStyle/>
          <a:p>
            <a:endParaRPr lang="es-MX" dirty="0"/>
          </a:p>
        </p:txBody>
      </p:sp>
      <p:sp>
        <p:nvSpPr>
          <p:cNvPr id="8" name="Marcador de pie de página 7">
            <a:extLst>
              <a:ext uri="{FF2B5EF4-FFF2-40B4-BE49-F238E27FC236}">
                <a16:creationId xmlns:a16="http://schemas.microsoft.com/office/drawing/2014/main" id="{15861463-8EF2-6B41-2D81-BDF324A3D721}"/>
              </a:ext>
            </a:extLst>
          </p:cNvPr>
          <p:cNvSpPr>
            <a:spLocks noGrp="1"/>
          </p:cNvSpPr>
          <p:nvPr>
            <p:ph type="ftr" sz="quarter" idx="3"/>
          </p:nvPr>
        </p:nvSpPr>
        <p:spPr/>
        <p:txBody>
          <a:bodyPr/>
          <a:lstStyle/>
          <a:p>
            <a:r>
              <a:rPr lang="en-US" dirty="0"/>
              <a:t>© 2025 NTT DATA, Inc.</a:t>
            </a:r>
          </a:p>
        </p:txBody>
      </p:sp>
      <p:sp>
        <p:nvSpPr>
          <p:cNvPr id="12" name="Text Placeholder 2">
            <a:extLst>
              <a:ext uri="{FF2B5EF4-FFF2-40B4-BE49-F238E27FC236}">
                <a16:creationId xmlns:a16="http://schemas.microsoft.com/office/drawing/2014/main" id="{70F31996-339F-7507-724C-035C3E84F377}"/>
              </a:ext>
            </a:extLst>
          </p:cNvPr>
          <p:cNvSpPr txBox="1">
            <a:spLocks/>
          </p:cNvSpPr>
          <p:nvPr/>
        </p:nvSpPr>
        <p:spPr>
          <a:xfrm>
            <a:off x="371475" y="2996926"/>
            <a:ext cx="7431034" cy="1447800"/>
          </a:xfrm>
          <a:prstGeom prst="rect">
            <a:avLst/>
          </a:prstGeom>
        </p:spPr>
        <p:txBody>
          <a:bodyPr/>
          <a:lstStyle>
            <a:lvl1pPr marL="0" indent="0" algn="l" defTabSz="914400" rtl="0" eaLnBrk="1" latinLnBrk="0" hangingPunct="1">
              <a:lnSpc>
                <a:spcPct val="100000"/>
              </a:lnSpc>
              <a:spcBef>
                <a:spcPts val="0"/>
              </a:spcBef>
              <a:spcAft>
                <a:spcPts val="600"/>
              </a:spcAft>
              <a:buFontTx/>
              <a:buNone/>
              <a:defRPr lang="en-US" sz="1800" kern="1200" dirty="0">
                <a:solidFill>
                  <a:schemeClr val="tx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br>
              <a:rPr lang="es-MX" sz="5400" dirty="0">
                <a:solidFill>
                  <a:schemeClr val="bg1"/>
                </a:solidFill>
                <a:latin typeface="+mj-lt"/>
              </a:rPr>
            </a:br>
            <a:endParaRPr lang="es-MX" sz="4400" dirty="0">
              <a:solidFill>
                <a:srgbClr val="F6F9FD"/>
              </a:solidFill>
              <a:latin typeface="+mj-lt"/>
            </a:endParaRPr>
          </a:p>
        </p:txBody>
      </p:sp>
      <p:sp>
        <p:nvSpPr>
          <p:cNvPr id="13" name="Marcador de texto 8">
            <a:extLst>
              <a:ext uri="{FF2B5EF4-FFF2-40B4-BE49-F238E27FC236}">
                <a16:creationId xmlns:a16="http://schemas.microsoft.com/office/drawing/2014/main" id="{D1DABE39-B89C-BCB1-FBC5-56019EA05F0E}"/>
              </a:ext>
            </a:extLst>
          </p:cNvPr>
          <p:cNvSpPr txBox="1">
            <a:spLocks/>
          </p:cNvSpPr>
          <p:nvPr/>
        </p:nvSpPr>
        <p:spPr>
          <a:xfrm>
            <a:off x="371476" y="5316036"/>
            <a:ext cx="7098960" cy="952502"/>
          </a:xfrm>
          <a:prstGeom prst="rect">
            <a:avLst/>
          </a:prstGeom>
        </p:spPr>
        <p:txBody>
          <a:bodyPr lIns="45719" tIns="45719" rIns="45719" bIns="45719" anchor="ctr"/>
          <a:lstStyle>
            <a:lvl1pPr marL="0" indent="0" algn="l" defTabSz="914400" rtl="0" eaLnBrk="1" latinLnBrk="0" hangingPunct="1">
              <a:lnSpc>
                <a:spcPct val="100000"/>
              </a:lnSpc>
              <a:spcBef>
                <a:spcPts val="0"/>
              </a:spcBef>
              <a:spcAft>
                <a:spcPts val="600"/>
              </a:spcAft>
              <a:buFontTx/>
              <a:buNone/>
              <a:defRPr lang="en-US" sz="1800" b="0" kern="1200">
                <a:solidFill>
                  <a:schemeClr val="tx2"/>
                </a:solidFill>
                <a:latin typeface="Arial Black"/>
                <a:ea typeface="Arial Black"/>
                <a:cs typeface="Arial Black"/>
                <a:sym typeface="Arial Black"/>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US" sz="1600" dirty="0">
                <a:solidFill>
                  <a:schemeClr val="bg1"/>
                </a:solidFill>
                <a:effectLst>
                  <a:outerShdw blurRad="38100" dist="38100" dir="2700000" algn="tl">
                    <a:srgbClr val="000000">
                      <a:alpha val="43137"/>
                    </a:srgbClr>
                  </a:outerShdw>
                </a:effectLst>
              </a:rPr>
              <a:t>Consulting, Transformation, Technology and Operations</a:t>
            </a:r>
            <a:endParaRPr lang="en-US" sz="2400" dirty="0">
              <a:solidFill>
                <a:schemeClr val="bg1"/>
              </a:solidFill>
              <a:effectLst>
                <a:outerShdw blurRad="38100" dist="38100" dir="2700000" algn="tl">
                  <a:srgbClr val="000000">
                    <a:alpha val="43137"/>
                  </a:srgbClr>
                </a:outerShdw>
              </a:effectLst>
            </a:endParaRPr>
          </a:p>
        </p:txBody>
      </p:sp>
      <p:sp>
        <p:nvSpPr>
          <p:cNvPr id="16" name="Marcador de fecha 3">
            <a:extLst>
              <a:ext uri="{FF2B5EF4-FFF2-40B4-BE49-F238E27FC236}">
                <a16:creationId xmlns:a16="http://schemas.microsoft.com/office/drawing/2014/main" id="{849E6895-2958-93C6-CD64-1E6E335CF4B9}"/>
              </a:ext>
            </a:extLst>
          </p:cNvPr>
          <p:cNvSpPr txBox="1">
            <a:spLocks/>
          </p:cNvSpPr>
          <p:nvPr/>
        </p:nvSpPr>
        <p:spPr>
          <a:xfrm>
            <a:off x="10087429" y="6470998"/>
            <a:ext cx="1733096" cy="88901"/>
          </a:xfrm>
          <a:prstGeom prst="rect">
            <a:avLst/>
          </a:prstGeom>
        </p:spPr>
        <p:txBody>
          <a:bodyPr/>
          <a:lstStyle>
            <a:defPPr>
              <a:defRPr lang="en-US"/>
            </a:defPPr>
            <a:lvl1pPr marL="0" indent="0" algn="l" defTabSz="914400" rtl="0" eaLnBrk="1" latinLnBrk="0" hangingPunct="1">
              <a:lnSpc>
                <a:spcPct val="110000"/>
              </a:lnSpc>
              <a:spcBef>
                <a:spcPts val="600"/>
              </a:spcBef>
              <a:buFontTx/>
              <a:buNone/>
              <a:defRPr sz="1400" kern="1200">
                <a:solidFill>
                  <a:schemeClr val="tx2"/>
                </a:solidFill>
                <a:latin typeface="+mn-lt"/>
                <a:ea typeface="+mn-ea"/>
                <a:cs typeface="+mn-cs"/>
              </a:defRPr>
            </a:lvl1pPr>
            <a:lvl2pPr marL="216000" indent="-216000" algn="l" defTabSz="914400" rtl="0" eaLnBrk="1" latinLnBrk="0" hangingPunct="1">
              <a:lnSpc>
                <a:spcPct val="90000"/>
              </a:lnSpc>
              <a:spcBef>
                <a:spcPts val="600"/>
              </a:spcBef>
              <a:buClr>
                <a:schemeClr val="accent1"/>
              </a:buClr>
              <a:buFont typeface="Wingdings" panose="05000000000000000000" pitchFamily="2" charset="2"/>
              <a:buChar char="§"/>
              <a:defRPr sz="1400" kern="1200">
                <a:solidFill>
                  <a:schemeClr val="tx2"/>
                </a:solidFill>
                <a:latin typeface="+mn-lt"/>
                <a:ea typeface="+mn-ea"/>
                <a:cs typeface="+mn-cs"/>
              </a:defRPr>
            </a:lvl2pPr>
            <a:lvl3pPr marL="432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3pPr>
            <a:lvl4pPr marL="648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4pPr>
            <a:lvl5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pPr algn="r">
              <a:lnSpc>
                <a:spcPct val="100000"/>
              </a:lnSpc>
              <a:defRPr/>
            </a:pPr>
            <a:r>
              <a:rPr lang="es-MX" dirty="0">
                <a:solidFill>
                  <a:schemeClr val="bg1"/>
                </a:solidFill>
                <a:latin typeface="Arial"/>
              </a:rPr>
              <a:t>June ‘25</a:t>
            </a:r>
            <a:endParaRPr lang="en-US" sz="1000" dirty="0">
              <a:solidFill>
                <a:schemeClr val="bg1"/>
              </a:solidFill>
              <a:latin typeface="Arial"/>
            </a:endParaRPr>
          </a:p>
        </p:txBody>
      </p:sp>
      <p:sp>
        <p:nvSpPr>
          <p:cNvPr id="4" name="CuadroTexto 3">
            <a:extLst>
              <a:ext uri="{FF2B5EF4-FFF2-40B4-BE49-F238E27FC236}">
                <a16:creationId xmlns:a16="http://schemas.microsoft.com/office/drawing/2014/main" id="{3E6F297D-F058-0686-3FAF-028E585FD03A}"/>
              </a:ext>
            </a:extLst>
          </p:cNvPr>
          <p:cNvSpPr txBox="1"/>
          <p:nvPr/>
        </p:nvSpPr>
        <p:spPr>
          <a:xfrm>
            <a:off x="1073021" y="2892038"/>
            <a:ext cx="914400" cy="914400"/>
          </a:xfrm>
          <a:prstGeom prst="rect">
            <a:avLst/>
          </a:prstGeom>
        </p:spPr>
        <p:txBody>
          <a:bodyPr vert="horz" wrap="none" lIns="0" tIns="0" rIns="0" bIns="0" rtlCol="0">
            <a:noAutofit/>
          </a:bodyPr>
          <a:lstStyle/>
          <a:p>
            <a:pPr algn="l"/>
            <a:endParaRPr lang="es-MX" dirty="0"/>
          </a:p>
        </p:txBody>
      </p:sp>
      <p:sp>
        <p:nvSpPr>
          <p:cNvPr id="5" name="Marcador de texto 8">
            <a:extLst>
              <a:ext uri="{FF2B5EF4-FFF2-40B4-BE49-F238E27FC236}">
                <a16:creationId xmlns:a16="http://schemas.microsoft.com/office/drawing/2014/main" id="{1069EA4B-92EF-2CFA-A135-BB458CD49DA0}"/>
              </a:ext>
            </a:extLst>
          </p:cNvPr>
          <p:cNvSpPr txBox="1">
            <a:spLocks/>
          </p:cNvSpPr>
          <p:nvPr/>
        </p:nvSpPr>
        <p:spPr>
          <a:xfrm>
            <a:off x="987590" y="2553784"/>
            <a:ext cx="7098960" cy="952502"/>
          </a:xfrm>
          <a:prstGeom prst="rect">
            <a:avLst/>
          </a:prstGeom>
        </p:spPr>
        <p:txBody>
          <a:bodyPr lIns="45719" tIns="45719" rIns="45719" bIns="45719" anchor="ctr"/>
          <a:lstStyle>
            <a:lvl1pPr marL="0" indent="0" algn="l" defTabSz="914400" rtl="0" eaLnBrk="1" latinLnBrk="0" hangingPunct="1">
              <a:lnSpc>
                <a:spcPct val="100000"/>
              </a:lnSpc>
              <a:spcBef>
                <a:spcPts val="0"/>
              </a:spcBef>
              <a:spcAft>
                <a:spcPts val="600"/>
              </a:spcAft>
              <a:buFontTx/>
              <a:buNone/>
              <a:defRPr lang="en-US" sz="1800" b="0" kern="1200">
                <a:solidFill>
                  <a:schemeClr val="tx2"/>
                </a:solidFill>
                <a:latin typeface="Arial Black"/>
                <a:ea typeface="Arial Black"/>
                <a:cs typeface="Arial Black"/>
                <a:sym typeface="Arial Black"/>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n-US" sz="1600" dirty="0">
                <a:solidFill>
                  <a:schemeClr val="bg1"/>
                </a:solidFill>
                <a:effectLst>
                  <a:outerShdw blurRad="38100" dist="38100" dir="2700000" algn="tl">
                    <a:srgbClr val="000000">
                      <a:alpha val="43137"/>
                    </a:srgbClr>
                  </a:outerShdw>
                </a:effectLst>
              </a:rPr>
              <a:t>Microservices </a:t>
            </a:r>
            <a:endParaRPr lang="en-US" sz="240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021502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8C871675-7D95-9B4A-0DF1-680A061170F3}"/>
              </a:ext>
            </a:extLst>
          </p:cNvPr>
          <p:cNvSpPr>
            <a:spLocks noGrp="1"/>
          </p:cNvSpPr>
          <p:nvPr>
            <p:ph type="title"/>
          </p:nvPr>
        </p:nvSpPr>
        <p:spPr/>
        <p:txBody>
          <a:bodyPr/>
          <a:lstStyle/>
          <a:p>
            <a:r>
              <a:rPr lang="es-MX" dirty="0"/>
              <a:t>Spring </a:t>
            </a:r>
            <a:r>
              <a:rPr lang="es-MX" dirty="0" err="1"/>
              <a:t>application</a:t>
            </a:r>
            <a:r>
              <a:rPr lang="es-MX" dirty="0"/>
              <a:t> </a:t>
            </a:r>
            <a:r>
              <a:rPr lang="es-MX" dirty="0" err="1"/>
              <a:t>context</a:t>
            </a:r>
            <a:endParaRPr lang="es-MX" dirty="0"/>
          </a:p>
        </p:txBody>
      </p:sp>
      <p:sp>
        <p:nvSpPr>
          <p:cNvPr id="10" name="Marcador de contenido 9">
            <a:extLst>
              <a:ext uri="{FF2B5EF4-FFF2-40B4-BE49-F238E27FC236}">
                <a16:creationId xmlns:a16="http://schemas.microsoft.com/office/drawing/2014/main" id="{1E14D880-5790-F35C-3444-F8F8BAFC7BE1}"/>
              </a:ext>
            </a:extLst>
          </p:cNvPr>
          <p:cNvSpPr>
            <a:spLocks noGrp="1"/>
          </p:cNvSpPr>
          <p:nvPr>
            <p:ph idx="1"/>
          </p:nvPr>
        </p:nvSpPr>
        <p:spPr/>
        <p:txBody>
          <a:bodyPr/>
          <a:lstStyle/>
          <a:p>
            <a:r>
              <a:rPr lang="es-MX" dirty="0"/>
              <a:t>&lt;</a:t>
            </a:r>
            <a:r>
              <a:rPr lang="es-MX" dirty="0" err="1"/>
              <a:t>bean</a:t>
            </a:r>
            <a:r>
              <a:rPr lang="es-MX" dirty="0"/>
              <a:t> id=“</a:t>
            </a:r>
            <a:r>
              <a:rPr lang="es-MX" dirty="0" err="1"/>
              <a:t>inventoryService</a:t>
            </a:r>
            <a:r>
              <a:rPr lang="es-MX" dirty="0"/>
              <a:t>”</a:t>
            </a:r>
          </a:p>
          <a:p>
            <a:r>
              <a:rPr lang="es-MX" dirty="0"/>
              <a:t>	</a:t>
            </a:r>
            <a:r>
              <a:rPr lang="es-MX" dirty="0" err="1"/>
              <a:t>class</a:t>
            </a:r>
            <a:r>
              <a:rPr lang="es-MX" dirty="0"/>
              <a:t>=“</a:t>
            </a:r>
            <a:r>
              <a:rPr lang="es-MX" dirty="0" err="1"/>
              <a:t>com.example.InventoryService</a:t>
            </a:r>
            <a:r>
              <a:rPr lang="es-MX" dirty="0"/>
              <a:t>”/&gt;</a:t>
            </a:r>
          </a:p>
          <a:p>
            <a:r>
              <a:rPr lang="es-MX" dirty="0"/>
              <a:t>	&lt;</a:t>
            </a:r>
            <a:r>
              <a:rPr lang="es-MX" dirty="0" err="1"/>
              <a:t>bean</a:t>
            </a:r>
            <a:r>
              <a:rPr lang="es-MX" dirty="0"/>
              <a:t> id=“</a:t>
            </a:r>
            <a:r>
              <a:rPr lang="es-MX" dirty="0" err="1"/>
              <a:t>productService</a:t>
            </a:r>
            <a:r>
              <a:rPr lang="es-MX" dirty="0"/>
              <a:t>”</a:t>
            </a:r>
          </a:p>
          <a:p>
            <a:r>
              <a:rPr lang="es-MX" dirty="0"/>
              <a:t>	</a:t>
            </a:r>
            <a:r>
              <a:rPr lang="es-MX" dirty="0" err="1"/>
              <a:t>class</a:t>
            </a:r>
            <a:r>
              <a:rPr lang="es-MX" dirty="0"/>
              <a:t>=“</a:t>
            </a:r>
            <a:r>
              <a:rPr lang="es-MX" dirty="0" err="1"/>
              <a:t>com.example.productService</a:t>
            </a:r>
            <a:r>
              <a:rPr lang="es-MX" dirty="0"/>
              <a:t>”/&gt;</a:t>
            </a:r>
          </a:p>
          <a:p>
            <a:r>
              <a:rPr lang="es-MX" dirty="0"/>
              <a:t>	&lt;constructor-</a:t>
            </a:r>
            <a:r>
              <a:rPr lang="es-MX" dirty="0" err="1"/>
              <a:t>arg</a:t>
            </a:r>
            <a:r>
              <a:rPr lang="es-MX" dirty="0"/>
              <a:t> </a:t>
            </a:r>
            <a:r>
              <a:rPr lang="es-MX" dirty="0" err="1"/>
              <a:t>ref</a:t>
            </a:r>
            <a:r>
              <a:rPr lang="es-MX" dirty="0"/>
              <a:t>=“</a:t>
            </a:r>
            <a:r>
              <a:rPr lang="es-MX" dirty="0" err="1"/>
              <a:t>inventoryService</a:t>
            </a:r>
            <a:r>
              <a:rPr lang="es-MX" dirty="0"/>
              <a:t>” /&gt;</a:t>
            </a:r>
          </a:p>
          <a:p>
            <a:r>
              <a:rPr lang="es-MX" dirty="0"/>
              <a:t>&lt;/</a:t>
            </a:r>
            <a:r>
              <a:rPr lang="es-MX" dirty="0" err="1"/>
              <a:t>bean</a:t>
            </a:r>
            <a:r>
              <a:rPr lang="es-MX" dirty="0"/>
              <a:t>&gt;</a:t>
            </a:r>
          </a:p>
          <a:p>
            <a:endParaRPr lang="es-MX"/>
          </a:p>
          <a:p>
            <a:endParaRPr lang="es-MX" dirty="0"/>
          </a:p>
        </p:txBody>
      </p:sp>
      <p:sp>
        <p:nvSpPr>
          <p:cNvPr id="8" name="Marcador de pie de página 7">
            <a:extLst>
              <a:ext uri="{FF2B5EF4-FFF2-40B4-BE49-F238E27FC236}">
                <a16:creationId xmlns:a16="http://schemas.microsoft.com/office/drawing/2014/main" id="{CBDC756A-2A30-5CB8-AB60-8CB5E19ABBB4}"/>
              </a:ext>
            </a:extLst>
          </p:cNvPr>
          <p:cNvSpPr>
            <a:spLocks noGrp="1"/>
          </p:cNvSpPr>
          <p:nvPr>
            <p:ph type="ftr" sz="quarter" idx="3"/>
          </p:nvPr>
        </p:nvSpPr>
        <p:spPr/>
        <p:txBody>
          <a:bodyPr/>
          <a:lstStyle/>
          <a:p>
            <a:r>
              <a:rPr lang="en-US"/>
              <a:t>© 2023 NTT DATA, Inc.</a:t>
            </a:r>
            <a:endParaRPr lang="en-US" dirty="0"/>
          </a:p>
        </p:txBody>
      </p:sp>
    </p:spTree>
    <p:extLst>
      <p:ext uri="{BB962C8B-B14F-4D97-AF65-F5344CB8AC3E}">
        <p14:creationId xmlns:p14="http://schemas.microsoft.com/office/powerpoint/2010/main" val="1900543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3">
            <a:extLst>
              <a:ext uri="{FF2B5EF4-FFF2-40B4-BE49-F238E27FC236}">
                <a16:creationId xmlns:a16="http://schemas.microsoft.com/office/drawing/2014/main" id="{8BE4788C-0C82-8554-65FF-C37E5749EF9B}"/>
              </a:ext>
            </a:extLst>
          </p:cNvPr>
          <p:cNvSpPr>
            <a:spLocks noGrp="1"/>
          </p:cNvSpPr>
          <p:nvPr>
            <p:ph type="dt" sz="half" idx="2"/>
          </p:nvPr>
        </p:nvSpPr>
        <p:spPr>
          <a:xfrm>
            <a:off x="10898505" y="6563358"/>
            <a:ext cx="922020" cy="88901"/>
          </a:xfrm>
        </p:spPr>
        <p:txBody>
          <a:bodyPr/>
          <a:lstStyle/>
          <a:p>
            <a:pPr marL="0" marR="0" lvl="0" indent="0" algn="r" defTabSz="914400" rtl="0" eaLnBrk="1" fontAlgn="auto" latinLnBrk="0" hangingPunct="1">
              <a:spcBef>
                <a:spcPts val="600"/>
              </a:spcBef>
              <a:spcAft>
                <a:spcPts val="0"/>
              </a:spcAft>
              <a:buClrTx/>
              <a:buSzTx/>
              <a:buFontTx/>
              <a:buNone/>
              <a:tabLst/>
              <a:defRPr/>
            </a:pPr>
            <a:r>
              <a:rPr kumimoji="0" lang="en-DE" b="0" i="0" u="none" strike="noStrike" kern="1200" cap="none" spc="0" normalizeH="0" baseline="0" noProof="0">
                <a:ln>
                  <a:noFill/>
                </a:ln>
                <a:solidFill>
                  <a:srgbClr val="6B6B6B"/>
                </a:solidFill>
                <a:effectLst/>
                <a:uLnTx/>
                <a:uFillTx/>
                <a:latin typeface="Arial"/>
                <a:ea typeface="+mn-ea"/>
                <a:cs typeface="+mn-cs"/>
              </a:rPr>
              <a:t>Date</a:t>
            </a:r>
            <a:endParaRPr kumimoji="0" lang="en-US" b="0" i="0" u="none" strike="noStrike" kern="1200" cap="none" spc="0" normalizeH="0" baseline="0" noProof="0">
              <a:ln>
                <a:noFill/>
              </a:ln>
              <a:solidFill>
                <a:srgbClr val="6B6B6B"/>
              </a:solidFill>
              <a:effectLst/>
              <a:uLnTx/>
              <a:uFillTx/>
              <a:latin typeface="Arial"/>
              <a:ea typeface="+mn-ea"/>
              <a:cs typeface="+mn-cs"/>
            </a:endParaRPr>
          </a:p>
        </p:txBody>
      </p:sp>
      <p:sp>
        <p:nvSpPr>
          <p:cNvPr id="8" name="Marcador de pie de página 7">
            <a:extLst>
              <a:ext uri="{FF2B5EF4-FFF2-40B4-BE49-F238E27FC236}">
                <a16:creationId xmlns:a16="http://schemas.microsoft.com/office/drawing/2014/main" id="{E92ED397-24D7-7898-36F4-E2A423470639}"/>
              </a:ext>
            </a:extLst>
          </p:cNvPr>
          <p:cNvSpPr>
            <a:spLocks noGrp="1"/>
          </p:cNvSpPr>
          <p:nvPr>
            <p:ph type="ftr" sz="quarter" idx="3"/>
          </p:nvPr>
        </p:nvSpPr>
        <p:spPr>
          <a:xfrm>
            <a:off x="371475" y="6563358"/>
            <a:ext cx="4852035" cy="88901"/>
          </a:xfrm>
        </p:spPr>
        <p:txBody>
          <a:bodyPr anchor="ctr">
            <a:normAutofit/>
          </a:bodyPr>
          <a:lstStyle/>
          <a:p>
            <a:pPr>
              <a:lnSpc>
                <a:spcPct val="90000"/>
              </a:lnSpc>
            </a:pPr>
            <a:r>
              <a:rPr lang="en-US" sz="600"/>
              <a:t>© 2023 NTT DATA, Inc.</a:t>
            </a:r>
          </a:p>
        </p:txBody>
      </p:sp>
      <p:sp>
        <p:nvSpPr>
          <p:cNvPr id="30" name="Rectángulo 29">
            <a:extLst>
              <a:ext uri="{FF2B5EF4-FFF2-40B4-BE49-F238E27FC236}">
                <a16:creationId xmlns:a16="http://schemas.microsoft.com/office/drawing/2014/main" id="{A8304925-7253-09C4-55CF-E50813B459A2}"/>
              </a:ext>
            </a:extLst>
          </p:cNvPr>
          <p:cNvSpPr/>
          <p:nvPr/>
        </p:nvSpPr>
        <p:spPr>
          <a:xfrm>
            <a:off x="6950841" y="93923"/>
            <a:ext cx="2192694" cy="59758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Edge Server</a:t>
            </a:r>
          </a:p>
        </p:txBody>
      </p:sp>
      <p:sp>
        <p:nvSpPr>
          <p:cNvPr id="31" name="Rectángulo 30">
            <a:extLst>
              <a:ext uri="{FF2B5EF4-FFF2-40B4-BE49-F238E27FC236}">
                <a16:creationId xmlns:a16="http://schemas.microsoft.com/office/drawing/2014/main" id="{0C2F4D07-C24B-B117-BD14-987B15C95F2C}"/>
              </a:ext>
            </a:extLst>
          </p:cNvPr>
          <p:cNvSpPr/>
          <p:nvPr/>
        </p:nvSpPr>
        <p:spPr>
          <a:xfrm>
            <a:off x="3149087" y="127200"/>
            <a:ext cx="2831053" cy="59758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Authorization Server</a:t>
            </a:r>
          </a:p>
        </p:txBody>
      </p:sp>
      <p:sp>
        <p:nvSpPr>
          <p:cNvPr id="32" name="Rectángulo 31">
            <a:extLst>
              <a:ext uri="{FF2B5EF4-FFF2-40B4-BE49-F238E27FC236}">
                <a16:creationId xmlns:a16="http://schemas.microsoft.com/office/drawing/2014/main" id="{6B8BD72D-86DC-A99A-5958-255F360D8B8D}"/>
              </a:ext>
            </a:extLst>
          </p:cNvPr>
          <p:cNvSpPr/>
          <p:nvPr/>
        </p:nvSpPr>
        <p:spPr>
          <a:xfrm>
            <a:off x="114967" y="1511559"/>
            <a:ext cx="2068366" cy="74592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Config Service</a:t>
            </a:r>
          </a:p>
        </p:txBody>
      </p:sp>
      <p:sp>
        <p:nvSpPr>
          <p:cNvPr id="34" name="Rectángulo 33">
            <a:extLst>
              <a:ext uri="{FF2B5EF4-FFF2-40B4-BE49-F238E27FC236}">
                <a16:creationId xmlns:a16="http://schemas.microsoft.com/office/drawing/2014/main" id="{0D29E6A6-FF4C-E513-7DD1-C1930B1AD9A0}"/>
              </a:ext>
            </a:extLst>
          </p:cNvPr>
          <p:cNvSpPr/>
          <p:nvPr/>
        </p:nvSpPr>
        <p:spPr>
          <a:xfrm>
            <a:off x="114967" y="4925298"/>
            <a:ext cx="2192694" cy="87027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Registry Service</a:t>
            </a:r>
          </a:p>
        </p:txBody>
      </p:sp>
      <p:sp>
        <p:nvSpPr>
          <p:cNvPr id="53" name="Cilindro 52">
            <a:extLst>
              <a:ext uri="{FF2B5EF4-FFF2-40B4-BE49-F238E27FC236}">
                <a16:creationId xmlns:a16="http://schemas.microsoft.com/office/drawing/2014/main" id="{06B8B0A8-25CB-5B16-1F10-529F3ADEBEC8}"/>
              </a:ext>
            </a:extLst>
          </p:cNvPr>
          <p:cNvSpPr/>
          <p:nvPr/>
        </p:nvSpPr>
        <p:spPr>
          <a:xfrm>
            <a:off x="4417562" y="6212443"/>
            <a:ext cx="1085867" cy="615820"/>
          </a:xfrm>
          <a:prstGeom prst="ca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grpSp>
        <p:nvGrpSpPr>
          <p:cNvPr id="84" name="Grupo 83">
            <a:extLst>
              <a:ext uri="{FF2B5EF4-FFF2-40B4-BE49-F238E27FC236}">
                <a16:creationId xmlns:a16="http://schemas.microsoft.com/office/drawing/2014/main" id="{31A913F6-98C7-8AF2-B118-C3220BAE9CC1}"/>
              </a:ext>
            </a:extLst>
          </p:cNvPr>
          <p:cNvGrpSpPr/>
          <p:nvPr/>
        </p:nvGrpSpPr>
        <p:grpSpPr>
          <a:xfrm>
            <a:off x="2429560" y="874986"/>
            <a:ext cx="9627476" cy="5928986"/>
            <a:chOff x="2429560" y="874986"/>
            <a:chExt cx="9627476" cy="5928986"/>
          </a:xfrm>
        </p:grpSpPr>
        <p:grpSp>
          <p:nvGrpSpPr>
            <p:cNvPr id="77" name="Grupo 76">
              <a:extLst>
                <a:ext uri="{FF2B5EF4-FFF2-40B4-BE49-F238E27FC236}">
                  <a16:creationId xmlns:a16="http://schemas.microsoft.com/office/drawing/2014/main" id="{D87C75D7-F55C-3DDC-E78C-670A24FE1E71}"/>
                </a:ext>
              </a:extLst>
            </p:cNvPr>
            <p:cNvGrpSpPr/>
            <p:nvPr/>
          </p:nvGrpSpPr>
          <p:grpSpPr>
            <a:xfrm>
              <a:off x="2429560" y="874986"/>
              <a:ext cx="9627476" cy="5108028"/>
              <a:chOff x="2508654" y="1027402"/>
              <a:chExt cx="9627476" cy="5108028"/>
            </a:xfrm>
          </p:grpSpPr>
          <p:grpSp>
            <p:nvGrpSpPr>
              <p:cNvPr id="35" name="Grupo 34">
                <a:extLst>
                  <a:ext uri="{FF2B5EF4-FFF2-40B4-BE49-F238E27FC236}">
                    <a16:creationId xmlns:a16="http://schemas.microsoft.com/office/drawing/2014/main" id="{CE2CDB9C-D031-8AA5-C63A-101DA08D5C89}"/>
                  </a:ext>
                </a:extLst>
              </p:cNvPr>
              <p:cNvGrpSpPr/>
              <p:nvPr/>
            </p:nvGrpSpPr>
            <p:grpSpPr>
              <a:xfrm>
                <a:off x="2508654" y="1027402"/>
                <a:ext cx="9627476" cy="5108028"/>
                <a:chOff x="2049517" y="1250731"/>
                <a:chExt cx="9627476" cy="5108028"/>
              </a:xfrm>
            </p:grpSpPr>
            <p:sp>
              <p:nvSpPr>
                <p:cNvPr id="12" name="Rectángulo 11">
                  <a:extLst>
                    <a:ext uri="{FF2B5EF4-FFF2-40B4-BE49-F238E27FC236}">
                      <a16:creationId xmlns:a16="http://schemas.microsoft.com/office/drawing/2014/main" id="{64E13C53-978C-8A64-1D24-050A5DB73F58}"/>
                    </a:ext>
                  </a:extLst>
                </p:cNvPr>
                <p:cNvSpPr/>
                <p:nvPr/>
              </p:nvSpPr>
              <p:spPr>
                <a:xfrm>
                  <a:off x="2049517" y="1250731"/>
                  <a:ext cx="9627476" cy="510802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13" name="Rectángulo 12">
                  <a:extLst>
                    <a:ext uri="{FF2B5EF4-FFF2-40B4-BE49-F238E27FC236}">
                      <a16:creationId xmlns:a16="http://schemas.microsoft.com/office/drawing/2014/main" id="{1FCF9D50-AB18-9407-A955-94F768757907}"/>
                    </a:ext>
                  </a:extLst>
                </p:cNvPr>
                <p:cNvSpPr/>
                <p:nvPr/>
              </p:nvSpPr>
              <p:spPr>
                <a:xfrm>
                  <a:off x="2492635" y="1717423"/>
                  <a:ext cx="8742783" cy="42920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14" name="Flecha: pentágono 13">
                  <a:extLst>
                    <a:ext uri="{FF2B5EF4-FFF2-40B4-BE49-F238E27FC236}">
                      <a16:creationId xmlns:a16="http://schemas.microsoft.com/office/drawing/2014/main" id="{FBC9F7A6-49D5-91F3-4FB2-73B32561EFC7}"/>
                    </a:ext>
                  </a:extLst>
                </p:cNvPr>
                <p:cNvSpPr/>
                <p:nvPr/>
              </p:nvSpPr>
              <p:spPr>
                <a:xfrm>
                  <a:off x="3207313" y="1912764"/>
                  <a:ext cx="2313690" cy="961053"/>
                </a:xfrm>
                <a:prstGeom prst="homePlat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API Service</a:t>
                  </a:r>
                </a:p>
              </p:txBody>
            </p:sp>
            <p:sp>
              <p:nvSpPr>
                <p:cNvPr id="15" name="Flecha: pentágono 14">
                  <a:extLst>
                    <a:ext uri="{FF2B5EF4-FFF2-40B4-BE49-F238E27FC236}">
                      <a16:creationId xmlns:a16="http://schemas.microsoft.com/office/drawing/2014/main" id="{8C4B9B87-CD4D-8493-4F69-DB83184F141C}"/>
                    </a:ext>
                  </a:extLst>
                </p:cNvPr>
                <p:cNvSpPr/>
                <p:nvPr/>
              </p:nvSpPr>
              <p:spPr>
                <a:xfrm>
                  <a:off x="5900062" y="1912765"/>
                  <a:ext cx="2304662" cy="961053"/>
                </a:xfrm>
                <a:prstGeom prst="homePlat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API Service</a:t>
                  </a:r>
                </a:p>
              </p:txBody>
            </p:sp>
            <p:sp>
              <p:nvSpPr>
                <p:cNvPr id="17" name="Flecha: pentágono 16">
                  <a:extLst>
                    <a:ext uri="{FF2B5EF4-FFF2-40B4-BE49-F238E27FC236}">
                      <a16:creationId xmlns:a16="http://schemas.microsoft.com/office/drawing/2014/main" id="{52E811C9-03A5-101A-15BF-4E4094C28838}"/>
                    </a:ext>
                  </a:extLst>
                </p:cNvPr>
                <p:cNvSpPr/>
                <p:nvPr/>
              </p:nvSpPr>
              <p:spPr>
                <a:xfrm>
                  <a:off x="8583784" y="1912766"/>
                  <a:ext cx="2314721" cy="961053"/>
                </a:xfrm>
                <a:prstGeom prst="homePlat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API Service</a:t>
                  </a:r>
                </a:p>
              </p:txBody>
            </p:sp>
            <p:sp>
              <p:nvSpPr>
                <p:cNvPr id="19" name="Flecha: cheurón 18">
                  <a:extLst>
                    <a:ext uri="{FF2B5EF4-FFF2-40B4-BE49-F238E27FC236}">
                      <a16:creationId xmlns:a16="http://schemas.microsoft.com/office/drawing/2014/main" id="{FEF6FBF0-1584-5886-6C75-D712495C7E5B}"/>
                    </a:ext>
                  </a:extLst>
                </p:cNvPr>
                <p:cNvSpPr/>
                <p:nvPr/>
              </p:nvSpPr>
              <p:spPr>
                <a:xfrm>
                  <a:off x="3969388" y="3340348"/>
                  <a:ext cx="2508243" cy="1194319"/>
                </a:xfrm>
                <a:prstGeom prst="chevro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solidFill>
                        <a:schemeClr val="tx1"/>
                      </a:solidFill>
                    </a:rPr>
                    <a:t>Business Services</a:t>
                  </a:r>
                </a:p>
              </p:txBody>
            </p:sp>
            <p:sp>
              <p:nvSpPr>
                <p:cNvPr id="21" name="Flecha: cheurón 20">
                  <a:extLst>
                    <a:ext uri="{FF2B5EF4-FFF2-40B4-BE49-F238E27FC236}">
                      <a16:creationId xmlns:a16="http://schemas.microsoft.com/office/drawing/2014/main" id="{53E1F303-726D-DC86-056B-AB5519A90CBD}"/>
                    </a:ext>
                  </a:extLst>
                </p:cNvPr>
                <p:cNvSpPr/>
                <p:nvPr/>
              </p:nvSpPr>
              <p:spPr>
                <a:xfrm>
                  <a:off x="7430277" y="3340349"/>
                  <a:ext cx="2508243" cy="1194319"/>
                </a:xfrm>
                <a:prstGeom prst="chevro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solidFill>
                        <a:schemeClr val="tx1"/>
                      </a:solidFill>
                    </a:rPr>
                    <a:t>Business Services</a:t>
                  </a:r>
                </a:p>
              </p:txBody>
            </p:sp>
            <p:sp>
              <p:nvSpPr>
                <p:cNvPr id="23" name="Flecha: a la derecha con muesca 22">
                  <a:extLst>
                    <a:ext uri="{FF2B5EF4-FFF2-40B4-BE49-F238E27FC236}">
                      <a16:creationId xmlns:a16="http://schemas.microsoft.com/office/drawing/2014/main" id="{F33F9560-CCC7-9CBD-FA07-133D953D3D9C}"/>
                    </a:ext>
                  </a:extLst>
                </p:cNvPr>
                <p:cNvSpPr/>
                <p:nvPr/>
              </p:nvSpPr>
              <p:spPr>
                <a:xfrm>
                  <a:off x="3069771" y="4879909"/>
                  <a:ext cx="2304662" cy="961053"/>
                </a:xfrm>
                <a:prstGeom prst="notched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Data Service</a:t>
                  </a:r>
                </a:p>
              </p:txBody>
            </p:sp>
            <p:sp>
              <p:nvSpPr>
                <p:cNvPr id="24" name="Flecha: a la derecha con muesca 23">
                  <a:extLst>
                    <a:ext uri="{FF2B5EF4-FFF2-40B4-BE49-F238E27FC236}">
                      <a16:creationId xmlns:a16="http://schemas.microsoft.com/office/drawing/2014/main" id="{7BC9B99A-5158-FB22-3E80-92F75D8B032C}"/>
                    </a:ext>
                  </a:extLst>
                </p:cNvPr>
                <p:cNvSpPr/>
                <p:nvPr/>
              </p:nvSpPr>
              <p:spPr>
                <a:xfrm>
                  <a:off x="5526833" y="4879909"/>
                  <a:ext cx="2304662" cy="961053"/>
                </a:xfrm>
                <a:prstGeom prst="notched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Data Service</a:t>
                  </a:r>
                </a:p>
              </p:txBody>
            </p:sp>
            <p:sp>
              <p:nvSpPr>
                <p:cNvPr id="25" name="Flecha: a la derecha con muesca 24">
                  <a:extLst>
                    <a:ext uri="{FF2B5EF4-FFF2-40B4-BE49-F238E27FC236}">
                      <a16:creationId xmlns:a16="http://schemas.microsoft.com/office/drawing/2014/main" id="{AB13B8B5-5014-7099-194B-6B862F7C3C92}"/>
                    </a:ext>
                  </a:extLst>
                </p:cNvPr>
                <p:cNvSpPr/>
                <p:nvPr/>
              </p:nvSpPr>
              <p:spPr>
                <a:xfrm>
                  <a:off x="7983895" y="4833257"/>
                  <a:ext cx="2304662" cy="961053"/>
                </a:xfrm>
                <a:prstGeom prst="notched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Data Service</a:t>
                  </a:r>
                </a:p>
              </p:txBody>
            </p:sp>
            <p:sp>
              <p:nvSpPr>
                <p:cNvPr id="26" name="CuadroTexto 25">
                  <a:extLst>
                    <a:ext uri="{FF2B5EF4-FFF2-40B4-BE49-F238E27FC236}">
                      <a16:creationId xmlns:a16="http://schemas.microsoft.com/office/drawing/2014/main" id="{CDCC4520-B264-6F59-A766-4F1580D09B5D}"/>
                    </a:ext>
                  </a:extLst>
                </p:cNvPr>
                <p:cNvSpPr txBox="1"/>
                <p:nvPr/>
              </p:nvSpPr>
              <p:spPr>
                <a:xfrm rot="16200000">
                  <a:off x="2034841" y="4961363"/>
                  <a:ext cx="1469838" cy="321646"/>
                </a:xfrm>
                <a:prstGeom prst="rect">
                  <a:avLst/>
                </a:prstGeom>
              </p:spPr>
              <p:txBody>
                <a:bodyPr vert="horz" wrap="square" lIns="0" tIns="0" rIns="0" bIns="0" rtlCol="0">
                  <a:noAutofit/>
                </a:bodyPr>
                <a:lstStyle/>
                <a:p>
                  <a:pPr algn="l"/>
                  <a:r>
                    <a:rPr lang="es-MX" dirty="0"/>
                    <a:t>Data Layer </a:t>
                  </a:r>
                </a:p>
              </p:txBody>
            </p:sp>
            <p:sp>
              <p:nvSpPr>
                <p:cNvPr id="27" name="CuadroTexto 26">
                  <a:extLst>
                    <a:ext uri="{FF2B5EF4-FFF2-40B4-BE49-F238E27FC236}">
                      <a16:creationId xmlns:a16="http://schemas.microsoft.com/office/drawing/2014/main" id="{F5DD5BA5-5252-9B80-6475-F95ED3681943}"/>
                    </a:ext>
                  </a:extLst>
                </p:cNvPr>
                <p:cNvSpPr txBox="1"/>
                <p:nvPr/>
              </p:nvSpPr>
              <p:spPr>
                <a:xfrm rot="16200000">
                  <a:off x="1974175" y="3702641"/>
                  <a:ext cx="1574326" cy="321646"/>
                </a:xfrm>
                <a:prstGeom prst="rect">
                  <a:avLst/>
                </a:prstGeom>
              </p:spPr>
              <p:txBody>
                <a:bodyPr vert="horz" wrap="square" lIns="0" tIns="0" rIns="0" bIns="0" rtlCol="0">
                  <a:noAutofit/>
                </a:bodyPr>
                <a:lstStyle/>
                <a:p>
                  <a:pPr algn="l"/>
                  <a:r>
                    <a:rPr lang="es-MX" dirty="0"/>
                    <a:t>Composition Layer</a:t>
                  </a:r>
                </a:p>
              </p:txBody>
            </p:sp>
            <p:sp>
              <p:nvSpPr>
                <p:cNvPr id="28" name="CuadroTexto 27">
                  <a:extLst>
                    <a:ext uri="{FF2B5EF4-FFF2-40B4-BE49-F238E27FC236}">
                      <a16:creationId xmlns:a16="http://schemas.microsoft.com/office/drawing/2014/main" id="{64967CC0-26C5-EBB8-D4BA-C49813A4813D}"/>
                    </a:ext>
                  </a:extLst>
                </p:cNvPr>
                <p:cNvSpPr txBox="1"/>
                <p:nvPr/>
              </p:nvSpPr>
              <p:spPr>
                <a:xfrm rot="16200000">
                  <a:off x="2242179" y="2075909"/>
                  <a:ext cx="1055166" cy="321646"/>
                </a:xfrm>
                <a:prstGeom prst="rect">
                  <a:avLst/>
                </a:prstGeom>
              </p:spPr>
              <p:txBody>
                <a:bodyPr vert="horz" wrap="square" lIns="0" tIns="0" rIns="0" bIns="0" rtlCol="0">
                  <a:noAutofit/>
                </a:bodyPr>
                <a:lstStyle/>
                <a:p>
                  <a:pPr algn="l"/>
                  <a:r>
                    <a:rPr lang="es-MX" dirty="0"/>
                    <a:t>API Layer</a:t>
                  </a:r>
                </a:p>
              </p:txBody>
            </p:sp>
            <p:sp>
              <p:nvSpPr>
                <p:cNvPr id="29" name="CuadroTexto 28">
                  <a:extLst>
                    <a:ext uri="{FF2B5EF4-FFF2-40B4-BE49-F238E27FC236}">
                      <a16:creationId xmlns:a16="http://schemas.microsoft.com/office/drawing/2014/main" id="{8F8949AB-A6A5-CBD7-8109-A4A390F838DA}"/>
                    </a:ext>
                  </a:extLst>
                </p:cNvPr>
                <p:cNvSpPr txBox="1"/>
                <p:nvPr/>
              </p:nvSpPr>
              <p:spPr>
                <a:xfrm rot="16200000">
                  <a:off x="1424942" y="3347242"/>
                  <a:ext cx="1758403" cy="321646"/>
                </a:xfrm>
                <a:prstGeom prst="rect">
                  <a:avLst/>
                </a:prstGeom>
              </p:spPr>
              <p:txBody>
                <a:bodyPr vert="horz" wrap="square" lIns="0" tIns="0" rIns="0" bIns="0" rtlCol="0">
                  <a:noAutofit/>
                </a:bodyPr>
                <a:lstStyle/>
                <a:p>
                  <a:pPr algn="l"/>
                  <a:r>
                    <a:rPr lang="es-MX" dirty="0">
                      <a:solidFill>
                        <a:schemeClr val="bg1"/>
                      </a:solidFill>
                    </a:rPr>
                    <a:t>Microservices</a:t>
                  </a:r>
                </a:p>
              </p:txBody>
            </p:sp>
          </p:grpSp>
          <p:cxnSp>
            <p:nvCxnSpPr>
              <p:cNvPr id="37" name="Conector recto 36">
                <a:extLst>
                  <a:ext uri="{FF2B5EF4-FFF2-40B4-BE49-F238E27FC236}">
                    <a16:creationId xmlns:a16="http://schemas.microsoft.com/office/drawing/2014/main" id="{E2C798C6-7076-0C00-0FEE-8A7B779CB50A}"/>
                  </a:ext>
                </a:extLst>
              </p:cNvPr>
              <p:cNvCxnSpPr/>
              <p:nvPr/>
            </p:nvCxnSpPr>
            <p:spPr>
              <a:xfrm>
                <a:off x="2884518" y="2852971"/>
                <a:ext cx="8742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780521CB-905C-42D9-0F0A-C7B89D9CEA42}"/>
                  </a:ext>
                </a:extLst>
              </p:cNvPr>
              <p:cNvCxnSpPr/>
              <p:nvPr/>
            </p:nvCxnSpPr>
            <p:spPr>
              <a:xfrm>
                <a:off x="2951000" y="4594381"/>
                <a:ext cx="87427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6F681432-51A6-D6DA-D5F0-3E078E661C01}"/>
                  </a:ext>
                </a:extLst>
              </p:cNvPr>
              <p:cNvCxnSpPr>
                <a:endCxn id="19" idx="0"/>
              </p:cNvCxnSpPr>
              <p:nvPr/>
            </p:nvCxnSpPr>
            <p:spPr>
              <a:xfrm>
                <a:off x="4881850" y="2650488"/>
                <a:ext cx="502217" cy="466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AE7AC57A-D991-38FA-3121-7A890F80C317}"/>
                  </a:ext>
                </a:extLst>
              </p:cNvPr>
              <p:cNvCxnSpPr>
                <a:endCxn id="21" idx="0"/>
              </p:cNvCxnSpPr>
              <p:nvPr/>
            </p:nvCxnSpPr>
            <p:spPr>
              <a:xfrm>
                <a:off x="7326471" y="2650490"/>
                <a:ext cx="1518485" cy="4665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22901665-5373-0B5F-B74C-558956E7C38A}"/>
                  </a:ext>
                </a:extLst>
              </p:cNvPr>
              <p:cNvCxnSpPr/>
              <p:nvPr/>
            </p:nvCxnSpPr>
            <p:spPr>
              <a:xfrm flipH="1">
                <a:off x="8781739" y="2631189"/>
                <a:ext cx="1803213" cy="466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recto de flecha 45">
                <a:extLst>
                  <a:ext uri="{FF2B5EF4-FFF2-40B4-BE49-F238E27FC236}">
                    <a16:creationId xmlns:a16="http://schemas.microsoft.com/office/drawing/2014/main" id="{3490E539-8FD1-08C2-3EE4-D5CD121466D4}"/>
                  </a:ext>
                </a:extLst>
              </p:cNvPr>
              <p:cNvCxnSpPr>
                <a:stCxn id="21" idx="2"/>
              </p:cNvCxnSpPr>
              <p:nvPr/>
            </p:nvCxnSpPr>
            <p:spPr>
              <a:xfrm>
                <a:off x="8844956" y="4311339"/>
                <a:ext cx="944796" cy="513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recto de flecha 47">
                <a:extLst>
                  <a:ext uri="{FF2B5EF4-FFF2-40B4-BE49-F238E27FC236}">
                    <a16:creationId xmlns:a16="http://schemas.microsoft.com/office/drawing/2014/main" id="{8E375807-A793-9AFA-15EE-437EC6756E00}"/>
                  </a:ext>
                </a:extLst>
              </p:cNvPr>
              <p:cNvCxnSpPr/>
              <p:nvPr/>
            </p:nvCxnSpPr>
            <p:spPr>
              <a:xfrm flipH="1">
                <a:off x="7288111" y="4264838"/>
                <a:ext cx="1561325" cy="513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ector recto de flecha 49">
                <a:extLst>
                  <a:ext uri="{FF2B5EF4-FFF2-40B4-BE49-F238E27FC236}">
                    <a16:creationId xmlns:a16="http://schemas.microsoft.com/office/drawing/2014/main" id="{6F973134-EA6F-F873-4578-AC873012B6A9}"/>
                  </a:ext>
                </a:extLst>
              </p:cNvPr>
              <p:cNvCxnSpPr/>
              <p:nvPr/>
            </p:nvCxnSpPr>
            <p:spPr>
              <a:xfrm>
                <a:off x="5690338" y="4319613"/>
                <a:ext cx="950171" cy="513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ector recto de flecha 51">
                <a:extLst>
                  <a:ext uri="{FF2B5EF4-FFF2-40B4-BE49-F238E27FC236}">
                    <a16:creationId xmlns:a16="http://schemas.microsoft.com/office/drawing/2014/main" id="{211CFCFB-7C24-D603-BB2A-B1D2AC8DFF00}"/>
                  </a:ext>
                </a:extLst>
              </p:cNvPr>
              <p:cNvCxnSpPr/>
              <p:nvPr/>
            </p:nvCxnSpPr>
            <p:spPr>
              <a:xfrm flipH="1">
                <a:off x="4830853" y="4319613"/>
                <a:ext cx="382555" cy="513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54" name="Cilindro 53">
              <a:extLst>
                <a:ext uri="{FF2B5EF4-FFF2-40B4-BE49-F238E27FC236}">
                  <a16:creationId xmlns:a16="http://schemas.microsoft.com/office/drawing/2014/main" id="{CAB3954C-BB4C-52EF-B712-34D7D7313C3E}"/>
                </a:ext>
              </a:extLst>
            </p:cNvPr>
            <p:cNvSpPr/>
            <p:nvPr/>
          </p:nvSpPr>
          <p:spPr>
            <a:xfrm>
              <a:off x="8703885" y="6188152"/>
              <a:ext cx="1085867" cy="615820"/>
            </a:xfrm>
            <a:prstGeom prst="ca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cxnSp>
          <p:nvCxnSpPr>
            <p:cNvPr id="79" name="Conector recto de flecha 78">
              <a:extLst>
                <a:ext uri="{FF2B5EF4-FFF2-40B4-BE49-F238E27FC236}">
                  <a16:creationId xmlns:a16="http://schemas.microsoft.com/office/drawing/2014/main" id="{17EAFBC2-999E-4690-B970-1D2655F73552}"/>
                </a:ext>
              </a:extLst>
            </p:cNvPr>
            <p:cNvCxnSpPr>
              <a:endCxn id="54" idx="1"/>
            </p:cNvCxnSpPr>
            <p:nvPr/>
          </p:nvCxnSpPr>
          <p:spPr>
            <a:xfrm>
              <a:off x="9238260" y="5206482"/>
              <a:ext cx="8559" cy="9816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Conector recto de flecha 80">
              <a:extLst>
                <a:ext uri="{FF2B5EF4-FFF2-40B4-BE49-F238E27FC236}">
                  <a16:creationId xmlns:a16="http://schemas.microsoft.com/office/drawing/2014/main" id="{E68DC777-8901-B4EE-6F3D-FC55F1E8CDF2}"/>
                </a:ext>
              </a:extLst>
            </p:cNvPr>
            <p:cNvCxnSpPr>
              <a:endCxn id="53" idx="1"/>
            </p:cNvCxnSpPr>
            <p:nvPr/>
          </p:nvCxnSpPr>
          <p:spPr>
            <a:xfrm flipH="1">
              <a:off x="4960496" y="5206482"/>
              <a:ext cx="1897178" cy="1005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Conector recto de flecha 82">
              <a:extLst>
                <a:ext uri="{FF2B5EF4-FFF2-40B4-BE49-F238E27FC236}">
                  <a16:creationId xmlns:a16="http://schemas.microsoft.com/office/drawing/2014/main" id="{5348DC4E-CFCF-0289-45F3-CC316E68D02C}"/>
                </a:ext>
              </a:extLst>
            </p:cNvPr>
            <p:cNvCxnSpPr/>
            <p:nvPr/>
          </p:nvCxnSpPr>
          <p:spPr>
            <a:xfrm>
              <a:off x="4086808" y="5206482"/>
              <a:ext cx="715948" cy="10059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pic>
        <p:nvPicPr>
          <p:cNvPr id="90" name="Marcador de contenido 89" descr="Interfaz de usuario gráfica&#10;&#10;El contenido generado por IA puede ser incorrecto.">
            <a:extLst>
              <a:ext uri="{FF2B5EF4-FFF2-40B4-BE49-F238E27FC236}">
                <a16:creationId xmlns:a16="http://schemas.microsoft.com/office/drawing/2014/main" id="{B5CDE0F3-B9D7-D6FA-1637-F7CA58EC8CDC}"/>
              </a:ext>
            </a:extLst>
          </p:cNvPr>
          <p:cNvPicPr>
            <a:picLocks noGrp="1" noChangeAspect="1"/>
          </p:cNvPicPr>
          <p:nvPr>
            <p:ph sz="quarter" idx="18"/>
          </p:nvPr>
        </p:nvPicPr>
        <p:blipFill>
          <a:blip r:embed="rId2"/>
          <a:stretch>
            <a:fillRect/>
          </a:stretch>
        </p:blipFill>
        <p:spPr>
          <a:xfrm rot="16200000">
            <a:off x="1170495" y="3436916"/>
            <a:ext cx="1868008" cy="395288"/>
          </a:xfrm>
        </p:spPr>
      </p:pic>
    </p:spTree>
    <p:extLst>
      <p:ext uri="{BB962C8B-B14F-4D97-AF65-F5344CB8AC3E}">
        <p14:creationId xmlns:p14="http://schemas.microsoft.com/office/powerpoint/2010/main" val="1096258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E17037C-AEE3-CD34-977B-5104538EEF7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fecha 4">
            <a:extLst>
              <a:ext uri="{FF2B5EF4-FFF2-40B4-BE49-F238E27FC236}">
                <a16:creationId xmlns:a16="http://schemas.microsoft.com/office/drawing/2014/main" id="{A0475B91-9E96-7570-F8C4-D500C7F70E54}"/>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Marcador de contenido 5">
            <a:extLst>
              <a:ext uri="{FF2B5EF4-FFF2-40B4-BE49-F238E27FC236}">
                <a16:creationId xmlns:a16="http://schemas.microsoft.com/office/drawing/2014/main" id="{F3E5BD21-2549-764A-3723-BC088E96726F}"/>
              </a:ext>
            </a:extLst>
          </p:cNvPr>
          <p:cNvSpPr>
            <a:spLocks noGrp="1"/>
          </p:cNvSpPr>
          <p:nvPr>
            <p:ph sz="quarter" idx="20"/>
          </p:nvPr>
        </p:nvSpPr>
        <p:spPr/>
        <p:txBody>
          <a:bodyPr/>
          <a:lstStyle/>
          <a:p>
            <a:endParaRPr lang="es-MX"/>
          </a:p>
        </p:txBody>
      </p:sp>
      <p:sp>
        <p:nvSpPr>
          <p:cNvPr id="7" name="Rectángulo 6">
            <a:extLst>
              <a:ext uri="{FF2B5EF4-FFF2-40B4-BE49-F238E27FC236}">
                <a16:creationId xmlns:a16="http://schemas.microsoft.com/office/drawing/2014/main" id="{F9308C29-38A1-19EB-0BD8-11757447516D}"/>
              </a:ext>
            </a:extLst>
          </p:cNvPr>
          <p:cNvSpPr/>
          <p:nvPr/>
        </p:nvSpPr>
        <p:spPr>
          <a:xfrm>
            <a:off x="513184" y="1175657"/>
            <a:ext cx="7259216" cy="42174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8" name="Elipse 7">
            <a:extLst>
              <a:ext uri="{FF2B5EF4-FFF2-40B4-BE49-F238E27FC236}">
                <a16:creationId xmlns:a16="http://schemas.microsoft.com/office/drawing/2014/main" id="{873F7328-F71E-3C43-792C-B6C76C4D54C6}"/>
              </a:ext>
            </a:extLst>
          </p:cNvPr>
          <p:cNvSpPr/>
          <p:nvPr/>
        </p:nvSpPr>
        <p:spPr>
          <a:xfrm>
            <a:off x="766948" y="1386056"/>
            <a:ext cx="1492898" cy="1351726"/>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Punto de venta</a:t>
            </a:r>
          </a:p>
        </p:txBody>
      </p:sp>
      <p:sp>
        <p:nvSpPr>
          <p:cNvPr id="13" name="Elipse 12">
            <a:extLst>
              <a:ext uri="{FF2B5EF4-FFF2-40B4-BE49-F238E27FC236}">
                <a16:creationId xmlns:a16="http://schemas.microsoft.com/office/drawing/2014/main" id="{475F298E-7C83-A24F-F521-92E1DA52B0D8}"/>
              </a:ext>
            </a:extLst>
          </p:cNvPr>
          <p:cNvSpPr/>
          <p:nvPr/>
        </p:nvSpPr>
        <p:spPr>
          <a:xfrm>
            <a:off x="2743632" y="2946884"/>
            <a:ext cx="2699657" cy="878149"/>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Modulo Inventarios</a:t>
            </a:r>
          </a:p>
        </p:txBody>
      </p:sp>
      <p:sp>
        <p:nvSpPr>
          <p:cNvPr id="14" name="Elipse 13">
            <a:extLst>
              <a:ext uri="{FF2B5EF4-FFF2-40B4-BE49-F238E27FC236}">
                <a16:creationId xmlns:a16="http://schemas.microsoft.com/office/drawing/2014/main" id="{F31EA5A2-8E47-55FE-C9EB-DA425BBB6911}"/>
              </a:ext>
            </a:extLst>
          </p:cNvPr>
          <p:cNvSpPr/>
          <p:nvPr/>
        </p:nvSpPr>
        <p:spPr>
          <a:xfrm>
            <a:off x="2588647" y="4034135"/>
            <a:ext cx="3108290" cy="1066733"/>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Modulo Contable</a:t>
            </a:r>
          </a:p>
        </p:txBody>
      </p:sp>
      <p:sp>
        <p:nvSpPr>
          <p:cNvPr id="17" name="Elipse 16">
            <a:extLst>
              <a:ext uri="{FF2B5EF4-FFF2-40B4-BE49-F238E27FC236}">
                <a16:creationId xmlns:a16="http://schemas.microsoft.com/office/drawing/2014/main" id="{98556781-0D3E-0B48-3E6A-CFDD7A8FAEE1}"/>
              </a:ext>
            </a:extLst>
          </p:cNvPr>
          <p:cNvSpPr/>
          <p:nvPr/>
        </p:nvSpPr>
        <p:spPr>
          <a:xfrm>
            <a:off x="2604466" y="1386056"/>
            <a:ext cx="1492898" cy="1351726"/>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Punto de venta</a:t>
            </a:r>
          </a:p>
        </p:txBody>
      </p:sp>
      <p:sp>
        <p:nvSpPr>
          <p:cNvPr id="18" name="Elipse 17">
            <a:extLst>
              <a:ext uri="{FF2B5EF4-FFF2-40B4-BE49-F238E27FC236}">
                <a16:creationId xmlns:a16="http://schemas.microsoft.com/office/drawing/2014/main" id="{40D329D8-EABF-BC93-B8F0-601A638B3778}"/>
              </a:ext>
            </a:extLst>
          </p:cNvPr>
          <p:cNvSpPr/>
          <p:nvPr/>
        </p:nvSpPr>
        <p:spPr>
          <a:xfrm>
            <a:off x="4441984" y="1386056"/>
            <a:ext cx="1492898" cy="1351726"/>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Punto de venta</a:t>
            </a:r>
          </a:p>
        </p:txBody>
      </p:sp>
      <p:sp>
        <p:nvSpPr>
          <p:cNvPr id="19" name="Elipse 18">
            <a:extLst>
              <a:ext uri="{FF2B5EF4-FFF2-40B4-BE49-F238E27FC236}">
                <a16:creationId xmlns:a16="http://schemas.microsoft.com/office/drawing/2014/main" id="{1CAE86FF-667D-22D8-A6BB-8ADBDF8D8D23}"/>
              </a:ext>
            </a:extLst>
          </p:cNvPr>
          <p:cNvSpPr/>
          <p:nvPr/>
        </p:nvSpPr>
        <p:spPr>
          <a:xfrm>
            <a:off x="6135548" y="1386056"/>
            <a:ext cx="1492898" cy="1351726"/>
          </a:xfrm>
          <a:prstGeom prst="ellipse">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Punto de venta</a:t>
            </a:r>
          </a:p>
        </p:txBody>
      </p:sp>
    </p:spTree>
    <p:extLst>
      <p:ext uri="{BB962C8B-B14F-4D97-AF65-F5344CB8AC3E}">
        <p14:creationId xmlns:p14="http://schemas.microsoft.com/office/powerpoint/2010/main" val="1580684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D102F1B-6797-42FE-C8A2-1F6E9D956574}"/>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fecha 4">
            <a:extLst>
              <a:ext uri="{FF2B5EF4-FFF2-40B4-BE49-F238E27FC236}">
                <a16:creationId xmlns:a16="http://schemas.microsoft.com/office/drawing/2014/main" id="{CDA7F7E3-9DE8-7A0E-AD83-D4631E3E657B}"/>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Marcador de contenido 5">
            <a:extLst>
              <a:ext uri="{FF2B5EF4-FFF2-40B4-BE49-F238E27FC236}">
                <a16:creationId xmlns:a16="http://schemas.microsoft.com/office/drawing/2014/main" id="{ADB1BD91-6852-C377-CD09-CC8B4C8A5088}"/>
              </a:ext>
            </a:extLst>
          </p:cNvPr>
          <p:cNvSpPr>
            <a:spLocks noGrp="1"/>
          </p:cNvSpPr>
          <p:nvPr>
            <p:ph sz="quarter" idx="20"/>
          </p:nvPr>
        </p:nvSpPr>
        <p:spPr/>
        <p:txBody>
          <a:bodyPr/>
          <a:lstStyle/>
          <a:p>
            <a:endParaRPr lang="es-MX"/>
          </a:p>
        </p:txBody>
      </p:sp>
      <p:sp>
        <p:nvSpPr>
          <p:cNvPr id="7" name="Rectángulo 6">
            <a:extLst>
              <a:ext uri="{FF2B5EF4-FFF2-40B4-BE49-F238E27FC236}">
                <a16:creationId xmlns:a16="http://schemas.microsoft.com/office/drawing/2014/main" id="{5A43058B-F4F3-80E1-461C-C25AEA4D1042}"/>
              </a:ext>
            </a:extLst>
          </p:cNvPr>
          <p:cNvSpPr/>
          <p:nvPr/>
        </p:nvSpPr>
        <p:spPr>
          <a:xfrm>
            <a:off x="513184" y="1175657"/>
            <a:ext cx="7974833" cy="42174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8" name="Elipse 7">
            <a:extLst>
              <a:ext uri="{FF2B5EF4-FFF2-40B4-BE49-F238E27FC236}">
                <a16:creationId xmlns:a16="http://schemas.microsoft.com/office/drawing/2014/main" id="{6CB7E010-B1E1-1D99-E846-A2D6AB0DB830}"/>
              </a:ext>
            </a:extLst>
          </p:cNvPr>
          <p:cNvSpPr/>
          <p:nvPr/>
        </p:nvSpPr>
        <p:spPr>
          <a:xfrm>
            <a:off x="586409" y="1779104"/>
            <a:ext cx="1948069"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productos</a:t>
            </a:r>
          </a:p>
        </p:txBody>
      </p:sp>
      <p:sp>
        <p:nvSpPr>
          <p:cNvPr id="9" name="Elipse 8">
            <a:extLst>
              <a:ext uri="{FF2B5EF4-FFF2-40B4-BE49-F238E27FC236}">
                <a16:creationId xmlns:a16="http://schemas.microsoft.com/office/drawing/2014/main" id="{61E7370A-E1B9-E511-D839-D1AA7831A977}"/>
              </a:ext>
            </a:extLst>
          </p:cNvPr>
          <p:cNvSpPr/>
          <p:nvPr/>
        </p:nvSpPr>
        <p:spPr>
          <a:xfrm>
            <a:off x="2879203" y="1779104"/>
            <a:ext cx="2100301"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inventarios</a:t>
            </a:r>
          </a:p>
        </p:txBody>
      </p:sp>
      <p:sp>
        <p:nvSpPr>
          <p:cNvPr id="10" name="Elipse 9">
            <a:extLst>
              <a:ext uri="{FF2B5EF4-FFF2-40B4-BE49-F238E27FC236}">
                <a16:creationId xmlns:a16="http://schemas.microsoft.com/office/drawing/2014/main" id="{51C00888-75FE-3A55-6EED-5D15B5210B47}"/>
              </a:ext>
            </a:extLst>
          </p:cNvPr>
          <p:cNvSpPr/>
          <p:nvPr/>
        </p:nvSpPr>
        <p:spPr>
          <a:xfrm>
            <a:off x="5350565" y="1851991"/>
            <a:ext cx="1755575"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ventas</a:t>
            </a:r>
          </a:p>
        </p:txBody>
      </p:sp>
      <p:sp>
        <p:nvSpPr>
          <p:cNvPr id="11" name="Elipse 10">
            <a:extLst>
              <a:ext uri="{FF2B5EF4-FFF2-40B4-BE49-F238E27FC236}">
                <a16:creationId xmlns:a16="http://schemas.microsoft.com/office/drawing/2014/main" id="{FC072EF5-60C3-6E8D-429E-F3A48B564DC5}"/>
              </a:ext>
            </a:extLst>
          </p:cNvPr>
          <p:cNvSpPr/>
          <p:nvPr/>
        </p:nvSpPr>
        <p:spPr>
          <a:xfrm>
            <a:off x="874643" y="3586099"/>
            <a:ext cx="2121153"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transporte</a:t>
            </a:r>
          </a:p>
        </p:txBody>
      </p:sp>
      <p:sp>
        <p:nvSpPr>
          <p:cNvPr id="12" name="Elipse 11">
            <a:extLst>
              <a:ext uri="{FF2B5EF4-FFF2-40B4-BE49-F238E27FC236}">
                <a16:creationId xmlns:a16="http://schemas.microsoft.com/office/drawing/2014/main" id="{01CB083E-549E-FD84-0656-AA70AEE052C6}"/>
              </a:ext>
            </a:extLst>
          </p:cNvPr>
          <p:cNvSpPr/>
          <p:nvPr/>
        </p:nvSpPr>
        <p:spPr>
          <a:xfrm>
            <a:off x="3661718" y="3549655"/>
            <a:ext cx="1812918"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Pedidos </a:t>
            </a:r>
          </a:p>
        </p:txBody>
      </p:sp>
      <p:sp>
        <p:nvSpPr>
          <p:cNvPr id="13" name="Elipse 12">
            <a:extLst>
              <a:ext uri="{FF2B5EF4-FFF2-40B4-BE49-F238E27FC236}">
                <a16:creationId xmlns:a16="http://schemas.microsoft.com/office/drawing/2014/main" id="{DA5B68A5-4898-0889-2693-F0E0E4F3FD02}"/>
              </a:ext>
            </a:extLst>
          </p:cNvPr>
          <p:cNvSpPr/>
          <p:nvPr/>
        </p:nvSpPr>
        <p:spPr>
          <a:xfrm>
            <a:off x="6195390" y="3596038"/>
            <a:ext cx="2034210" cy="1123122"/>
          </a:xfrm>
          <a:prstGeom prst="ellipse">
            <a:avLst/>
          </a:prstGeom>
          <a:solidFill>
            <a:schemeClr val="accent6">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contable</a:t>
            </a:r>
          </a:p>
        </p:txBody>
      </p:sp>
      <p:cxnSp>
        <p:nvCxnSpPr>
          <p:cNvPr id="15" name="Conector recto de flecha 14">
            <a:extLst>
              <a:ext uri="{FF2B5EF4-FFF2-40B4-BE49-F238E27FC236}">
                <a16:creationId xmlns:a16="http://schemas.microsoft.com/office/drawing/2014/main" id="{7338A95D-47E2-9761-7F7E-083FB11568F1}"/>
              </a:ext>
            </a:extLst>
          </p:cNvPr>
          <p:cNvCxnSpPr>
            <a:cxnSpLocks/>
            <a:stCxn id="8" idx="6"/>
          </p:cNvCxnSpPr>
          <p:nvPr/>
        </p:nvCxnSpPr>
        <p:spPr>
          <a:xfrm>
            <a:off x="2534478" y="2340665"/>
            <a:ext cx="6894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F90220A8-8644-6150-7474-B731E47BB40B}"/>
              </a:ext>
            </a:extLst>
          </p:cNvPr>
          <p:cNvCxnSpPr>
            <a:cxnSpLocks/>
            <a:stCxn id="9" idx="6"/>
          </p:cNvCxnSpPr>
          <p:nvPr/>
        </p:nvCxnSpPr>
        <p:spPr>
          <a:xfrm>
            <a:off x="4979504" y="2340665"/>
            <a:ext cx="3710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37001126-726D-0B96-B016-A359F2606614}"/>
              </a:ext>
            </a:extLst>
          </p:cNvPr>
          <p:cNvCxnSpPr/>
          <p:nvPr/>
        </p:nvCxnSpPr>
        <p:spPr>
          <a:xfrm>
            <a:off x="6016486" y="2975113"/>
            <a:ext cx="563218" cy="762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6E76A12D-B9F8-F717-57A4-2F9613E5A689}"/>
              </a:ext>
            </a:extLst>
          </p:cNvPr>
          <p:cNvCxnSpPr>
            <a:cxnSpLocks/>
            <a:endCxn id="12" idx="6"/>
          </p:cNvCxnSpPr>
          <p:nvPr/>
        </p:nvCxnSpPr>
        <p:spPr>
          <a:xfrm flipH="1" flipV="1">
            <a:off x="5474636" y="4111216"/>
            <a:ext cx="720755" cy="1924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F0C6EFC5-F9C3-8971-A147-378B7C6BFAB2}"/>
              </a:ext>
            </a:extLst>
          </p:cNvPr>
          <p:cNvCxnSpPr>
            <a:cxnSpLocks/>
            <a:endCxn id="12" idx="2"/>
          </p:cNvCxnSpPr>
          <p:nvPr/>
        </p:nvCxnSpPr>
        <p:spPr>
          <a:xfrm flipV="1">
            <a:off x="2879203" y="4111216"/>
            <a:ext cx="782515" cy="72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Rectángulo 1">
            <a:extLst>
              <a:ext uri="{FF2B5EF4-FFF2-40B4-BE49-F238E27FC236}">
                <a16:creationId xmlns:a16="http://schemas.microsoft.com/office/drawing/2014/main" id="{7EEC26FB-CB6D-789A-7D00-86B82B8C8FCF}"/>
              </a:ext>
            </a:extLst>
          </p:cNvPr>
          <p:cNvSpPr/>
          <p:nvPr/>
        </p:nvSpPr>
        <p:spPr>
          <a:xfrm>
            <a:off x="9293087" y="1175657"/>
            <a:ext cx="2011017" cy="96125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Windows/web</a:t>
            </a:r>
          </a:p>
        </p:txBody>
      </p:sp>
      <p:sp>
        <p:nvSpPr>
          <p:cNvPr id="3" name="Rectángulo 2">
            <a:extLst>
              <a:ext uri="{FF2B5EF4-FFF2-40B4-BE49-F238E27FC236}">
                <a16:creationId xmlns:a16="http://schemas.microsoft.com/office/drawing/2014/main" id="{D7C3A3B9-AACC-C06E-F163-173AA9B9D51F}"/>
              </a:ext>
            </a:extLst>
          </p:cNvPr>
          <p:cNvSpPr/>
          <p:nvPr/>
        </p:nvSpPr>
        <p:spPr>
          <a:xfrm>
            <a:off x="9306340" y="2494485"/>
            <a:ext cx="2011017" cy="96125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Linux</a:t>
            </a:r>
          </a:p>
        </p:txBody>
      </p:sp>
      <p:sp>
        <p:nvSpPr>
          <p:cNvPr id="14" name="Rectángulo 13">
            <a:extLst>
              <a:ext uri="{FF2B5EF4-FFF2-40B4-BE49-F238E27FC236}">
                <a16:creationId xmlns:a16="http://schemas.microsoft.com/office/drawing/2014/main" id="{50D76F94-2AEB-5CE3-D223-587B5579BBA7}"/>
              </a:ext>
            </a:extLst>
          </p:cNvPr>
          <p:cNvSpPr/>
          <p:nvPr/>
        </p:nvSpPr>
        <p:spPr>
          <a:xfrm>
            <a:off x="9293086" y="3971866"/>
            <a:ext cx="2011017" cy="96125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Windows / Desktop</a:t>
            </a:r>
          </a:p>
        </p:txBody>
      </p:sp>
    </p:spTree>
    <p:extLst>
      <p:ext uri="{BB962C8B-B14F-4D97-AF65-F5344CB8AC3E}">
        <p14:creationId xmlns:p14="http://schemas.microsoft.com/office/powerpoint/2010/main" val="797674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53C84C3-E0E0-9E66-84C8-EB1DC0C237FE}"/>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fecha 4">
            <a:extLst>
              <a:ext uri="{FF2B5EF4-FFF2-40B4-BE49-F238E27FC236}">
                <a16:creationId xmlns:a16="http://schemas.microsoft.com/office/drawing/2014/main" id="{CF8922C8-E6E8-A0FF-643C-9713365F4F86}"/>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Marcador de contenido 5">
            <a:extLst>
              <a:ext uri="{FF2B5EF4-FFF2-40B4-BE49-F238E27FC236}">
                <a16:creationId xmlns:a16="http://schemas.microsoft.com/office/drawing/2014/main" id="{EDCD811E-97B4-750D-73E2-17C270A52E7A}"/>
              </a:ext>
            </a:extLst>
          </p:cNvPr>
          <p:cNvSpPr>
            <a:spLocks noGrp="1"/>
          </p:cNvSpPr>
          <p:nvPr>
            <p:ph sz="quarter" idx="20"/>
          </p:nvPr>
        </p:nvSpPr>
        <p:spPr/>
        <p:txBody>
          <a:bodyPr/>
          <a:lstStyle/>
          <a:p>
            <a:endParaRPr lang="es-MX"/>
          </a:p>
        </p:txBody>
      </p:sp>
      <p:sp>
        <p:nvSpPr>
          <p:cNvPr id="7" name="Rectángulo 6">
            <a:extLst>
              <a:ext uri="{FF2B5EF4-FFF2-40B4-BE49-F238E27FC236}">
                <a16:creationId xmlns:a16="http://schemas.microsoft.com/office/drawing/2014/main" id="{6552DEBD-5561-F9CF-4155-46898C478A06}"/>
              </a:ext>
            </a:extLst>
          </p:cNvPr>
          <p:cNvSpPr/>
          <p:nvPr/>
        </p:nvSpPr>
        <p:spPr>
          <a:xfrm>
            <a:off x="924339" y="1235765"/>
            <a:ext cx="3498574" cy="187849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Package</a:t>
            </a:r>
            <a:r>
              <a:rPr lang="es-MX" sz="2000" dirty="0"/>
              <a:t> Jar / </a:t>
            </a:r>
            <a:r>
              <a:rPr lang="es-MX" sz="2000" dirty="0" err="1"/>
              <a:t>War</a:t>
            </a:r>
            <a:r>
              <a:rPr lang="es-MX" sz="2000" dirty="0"/>
              <a:t> </a:t>
            </a:r>
          </a:p>
        </p:txBody>
      </p:sp>
      <p:sp>
        <p:nvSpPr>
          <p:cNvPr id="8" name="Rectángulo 7">
            <a:extLst>
              <a:ext uri="{FF2B5EF4-FFF2-40B4-BE49-F238E27FC236}">
                <a16:creationId xmlns:a16="http://schemas.microsoft.com/office/drawing/2014/main" id="{FCED5FB2-6685-21A1-8884-FEA59622B930}"/>
              </a:ext>
            </a:extLst>
          </p:cNvPr>
          <p:cNvSpPr/>
          <p:nvPr/>
        </p:nvSpPr>
        <p:spPr>
          <a:xfrm>
            <a:off x="6440557" y="785191"/>
            <a:ext cx="2435086" cy="79513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JDK</a:t>
            </a:r>
          </a:p>
        </p:txBody>
      </p:sp>
      <p:sp>
        <p:nvSpPr>
          <p:cNvPr id="9" name="Rectángulo 8">
            <a:extLst>
              <a:ext uri="{FF2B5EF4-FFF2-40B4-BE49-F238E27FC236}">
                <a16:creationId xmlns:a16="http://schemas.microsoft.com/office/drawing/2014/main" id="{832170BE-6527-FF7A-36AE-C52966670DDD}"/>
              </a:ext>
            </a:extLst>
          </p:cNvPr>
          <p:cNvSpPr/>
          <p:nvPr/>
        </p:nvSpPr>
        <p:spPr>
          <a:xfrm>
            <a:off x="6440557" y="1971260"/>
            <a:ext cx="2435086" cy="79513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JDK</a:t>
            </a:r>
          </a:p>
        </p:txBody>
      </p:sp>
      <p:sp>
        <p:nvSpPr>
          <p:cNvPr id="10" name="Rectángulo 9">
            <a:extLst>
              <a:ext uri="{FF2B5EF4-FFF2-40B4-BE49-F238E27FC236}">
                <a16:creationId xmlns:a16="http://schemas.microsoft.com/office/drawing/2014/main" id="{2DD3AEA5-4C86-2D4C-A219-5FFFBF94BC74}"/>
              </a:ext>
            </a:extLst>
          </p:cNvPr>
          <p:cNvSpPr/>
          <p:nvPr/>
        </p:nvSpPr>
        <p:spPr>
          <a:xfrm>
            <a:off x="6440557" y="3180522"/>
            <a:ext cx="2435086" cy="79513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JDK</a:t>
            </a:r>
          </a:p>
        </p:txBody>
      </p:sp>
      <p:sp>
        <p:nvSpPr>
          <p:cNvPr id="11" name="Rectángulo 10">
            <a:extLst>
              <a:ext uri="{FF2B5EF4-FFF2-40B4-BE49-F238E27FC236}">
                <a16:creationId xmlns:a16="http://schemas.microsoft.com/office/drawing/2014/main" id="{3ACD6DFD-02D5-C1EB-3504-9EA95B3B84B5}"/>
              </a:ext>
            </a:extLst>
          </p:cNvPr>
          <p:cNvSpPr/>
          <p:nvPr/>
        </p:nvSpPr>
        <p:spPr>
          <a:xfrm>
            <a:off x="6440557" y="4266850"/>
            <a:ext cx="2435086" cy="79513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JDK</a:t>
            </a:r>
          </a:p>
        </p:txBody>
      </p:sp>
      <p:sp>
        <p:nvSpPr>
          <p:cNvPr id="12" name="Rectángulo 11">
            <a:extLst>
              <a:ext uri="{FF2B5EF4-FFF2-40B4-BE49-F238E27FC236}">
                <a16:creationId xmlns:a16="http://schemas.microsoft.com/office/drawing/2014/main" id="{5C0C2F43-912F-1E42-6B6C-C39923A3E4BD}"/>
              </a:ext>
            </a:extLst>
          </p:cNvPr>
          <p:cNvSpPr/>
          <p:nvPr/>
        </p:nvSpPr>
        <p:spPr>
          <a:xfrm>
            <a:off x="6440557" y="5353677"/>
            <a:ext cx="2435086" cy="795131"/>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JDK</a:t>
            </a:r>
          </a:p>
        </p:txBody>
      </p:sp>
      <p:sp>
        <p:nvSpPr>
          <p:cNvPr id="13" name="Rectángulo 12">
            <a:extLst>
              <a:ext uri="{FF2B5EF4-FFF2-40B4-BE49-F238E27FC236}">
                <a16:creationId xmlns:a16="http://schemas.microsoft.com/office/drawing/2014/main" id="{87967E98-BB80-C666-8AD3-89165134352F}"/>
              </a:ext>
            </a:extLst>
          </p:cNvPr>
          <p:cNvSpPr/>
          <p:nvPr/>
        </p:nvSpPr>
        <p:spPr>
          <a:xfrm>
            <a:off x="924339" y="3659194"/>
            <a:ext cx="3498574" cy="187849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.Net Core</a:t>
            </a:r>
          </a:p>
        </p:txBody>
      </p:sp>
    </p:spTree>
    <p:extLst>
      <p:ext uri="{BB962C8B-B14F-4D97-AF65-F5344CB8AC3E}">
        <p14:creationId xmlns:p14="http://schemas.microsoft.com/office/powerpoint/2010/main" val="158212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01F3F6-274A-001F-1889-5937808DEB2B}"/>
              </a:ext>
            </a:extLst>
          </p:cNvPr>
          <p:cNvSpPr>
            <a:spLocks noGrp="1"/>
          </p:cNvSpPr>
          <p:nvPr>
            <p:ph type="ctrTitle"/>
          </p:nvPr>
        </p:nvSpPr>
        <p:spPr>
          <a:xfrm>
            <a:off x="380048" y="896885"/>
            <a:ext cx="6969876" cy="1371600"/>
          </a:xfrm>
        </p:spPr>
        <p:txBody>
          <a:bodyPr/>
          <a:lstStyle/>
          <a:p>
            <a:r>
              <a:rPr lang="es-MX" dirty="0" err="1"/>
              <a:t>Teoria</a:t>
            </a:r>
            <a:r>
              <a:rPr lang="es-MX" dirty="0"/>
              <a:t> </a:t>
            </a:r>
          </a:p>
        </p:txBody>
      </p:sp>
      <p:sp>
        <p:nvSpPr>
          <p:cNvPr id="4" name="Marcador de pie de página 3">
            <a:extLst>
              <a:ext uri="{FF2B5EF4-FFF2-40B4-BE49-F238E27FC236}">
                <a16:creationId xmlns:a16="http://schemas.microsoft.com/office/drawing/2014/main" id="{3D291778-AF65-E4B5-717C-CCF16437FA04}"/>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fecha 4">
            <a:extLst>
              <a:ext uri="{FF2B5EF4-FFF2-40B4-BE49-F238E27FC236}">
                <a16:creationId xmlns:a16="http://schemas.microsoft.com/office/drawing/2014/main" id="{0FADFB62-3934-78EB-AB2C-2C0BCFE8924E}"/>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Marcador de contenido 5">
            <a:extLst>
              <a:ext uri="{FF2B5EF4-FFF2-40B4-BE49-F238E27FC236}">
                <a16:creationId xmlns:a16="http://schemas.microsoft.com/office/drawing/2014/main" id="{57428FB5-1712-C25B-B331-40EBB05F3072}"/>
              </a:ext>
            </a:extLst>
          </p:cNvPr>
          <p:cNvSpPr>
            <a:spLocks noGrp="1"/>
          </p:cNvSpPr>
          <p:nvPr>
            <p:ph sz="quarter" idx="20"/>
          </p:nvPr>
        </p:nvSpPr>
        <p:spPr/>
        <p:txBody>
          <a:bodyPr/>
          <a:lstStyle/>
          <a:p>
            <a:endParaRPr lang="es-MX"/>
          </a:p>
        </p:txBody>
      </p:sp>
      <p:sp>
        <p:nvSpPr>
          <p:cNvPr id="7" name="Rectángulo 6">
            <a:extLst>
              <a:ext uri="{FF2B5EF4-FFF2-40B4-BE49-F238E27FC236}">
                <a16:creationId xmlns:a16="http://schemas.microsoft.com/office/drawing/2014/main" id="{9920FA2A-2353-C329-E674-B56D1AE0DE10}"/>
              </a:ext>
            </a:extLst>
          </p:cNvPr>
          <p:cNvSpPr/>
          <p:nvPr/>
        </p:nvSpPr>
        <p:spPr>
          <a:xfrm>
            <a:off x="665018" y="2805545"/>
            <a:ext cx="1371600" cy="13716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Load </a:t>
            </a:r>
            <a:r>
              <a:rPr lang="es-MX" sz="2000" dirty="0" err="1"/>
              <a:t>Balancer</a:t>
            </a:r>
            <a:endParaRPr lang="es-MX" sz="2000" dirty="0"/>
          </a:p>
        </p:txBody>
      </p:sp>
      <p:sp>
        <p:nvSpPr>
          <p:cNvPr id="8" name="Rectángulo 7">
            <a:extLst>
              <a:ext uri="{FF2B5EF4-FFF2-40B4-BE49-F238E27FC236}">
                <a16:creationId xmlns:a16="http://schemas.microsoft.com/office/drawing/2014/main" id="{82564C54-281F-0DDE-DE2F-EB2F792BCFDB}"/>
              </a:ext>
            </a:extLst>
          </p:cNvPr>
          <p:cNvSpPr/>
          <p:nvPr/>
        </p:nvSpPr>
        <p:spPr>
          <a:xfrm>
            <a:off x="2680855" y="2268485"/>
            <a:ext cx="4384963" cy="360688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9" name="Rectángulo: esquinas redondeadas 8">
            <a:extLst>
              <a:ext uri="{FF2B5EF4-FFF2-40B4-BE49-F238E27FC236}">
                <a16:creationId xmlns:a16="http://schemas.microsoft.com/office/drawing/2014/main" id="{B88B8139-6BEA-B573-DFC0-5B278631AFD9}"/>
              </a:ext>
            </a:extLst>
          </p:cNvPr>
          <p:cNvSpPr/>
          <p:nvPr/>
        </p:nvSpPr>
        <p:spPr>
          <a:xfrm>
            <a:off x="2951018" y="2493818"/>
            <a:ext cx="1386407" cy="935182"/>
          </a:xfrm>
          <a:prstGeom prst="roundRect">
            <a:avLst/>
          </a:prstGeom>
          <a:solidFill>
            <a:schemeClr val="accent5">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Tree>
    <p:extLst>
      <p:ext uri="{BB962C8B-B14F-4D97-AF65-F5344CB8AC3E}">
        <p14:creationId xmlns:p14="http://schemas.microsoft.com/office/powerpoint/2010/main" val="2292869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F2F38C7-5444-A8EB-3C1F-DF312C8347C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fecha 4">
            <a:extLst>
              <a:ext uri="{FF2B5EF4-FFF2-40B4-BE49-F238E27FC236}">
                <a16:creationId xmlns:a16="http://schemas.microsoft.com/office/drawing/2014/main" id="{2F7EEC9C-4C3D-6CAE-F88F-8E57F9979945}"/>
              </a:ext>
            </a:extLst>
          </p:cNvPr>
          <p:cNvSpPr>
            <a:spLocks noGrp="1"/>
          </p:cNvSpPr>
          <p:nvPr>
            <p:ph type="dt" sz="half" idx="2"/>
          </p:nvPr>
        </p:nvSpPr>
        <p:spPr/>
        <p:txBody>
          <a:bodyPr/>
          <a:lstStyle/>
          <a:p>
            <a:pPr marL="0" marR="0" lvl="0" indent="0" algn="r" defTabSz="914400" rtl="0" eaLnBrk="1" fontAlgn="auto" latinLnBrk="0" hangingPunct="1">
              <a:lnSpc>
                <a:spcPct val="100000"/>
              </a:lnSpc>
              <a:spcBef>
                <a:spcPts val="600"/>
              </a:spcBef>
              <a:spcAft>
                <a:spcPts val="0"/>
              </a:spcAft>
              <a:buClrTx/>
              <a:buSzTx/>
              <a:buFontTx/>
              <a:buNone/>
              <a:tabLst/>
              <a:defRPr/>
            </a:pPr>
            <a:r>
              <a:rPr kumimoji="0" lang="en-DE" sz="1000" b="0" i="0" u="none" strike="noStrike" kern="1200" cap="none" spc="0" normalizeH="0" baseline="0" noProof="0">
                <a:ln>
                  <a:noFill/>
                </a:ln>
                <a:solidFill>
                  <a:srgbClr val="6B6B6B"/>
                </a:solidFill>
                <a:effectLst/>
                <a:uLnTx/>
                <a:uFillTx/>
                <a:latin typeface="Arial"/>
                <a:ea typeface="+mn-ea"/>
                <a:cs typeface="+mn-cs"/>
              </a:rPr>
              <a:t>Date</a:t>
            </a:r>
            <a:endParaRPr kumimoji="0" lang="en-US" sz="10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Marcador de contenido 5">
            <a:extLst>
              <a:ext uri="{FF2B5EF4-FFF2-40B4-BE49-F238E27FC236}">
                <a16:creationId xmlns:a16="http://schemas.microsoft.com/office/drawing/2014/main" id="{6D1B258D-C976-99C4-7160-F6680538A25D}"/>
              </a:ext>
            </a:extLst>
          </p:cNvPr>
          <p:cNvSpPr>
            <a:spLocks noGrp="1"/>
          </p:cNvSpPr>
          <p:nvPr>
            <p:ph sz="quarter" idx="20"/>
          </p:nvPr>
        </p:nvSpPr>
        <p:spPr/>
        <p:txBody>
          <a:bodyPr/>
          <a:lstStyle/>
          <a:p>
            <a:endParaRPr lang="es-MX"/>
          </a:p>
        </p:txBody>
      </p:sp>
      <p:sp>
        <p:nvSpPr>
          <p:cNvPr id="7" name="Rectángulo 6">
            <a:extLst>
              <a:ext uri="{FF2B5EF4-FFF2-40B4-BE49-F238E27FC236}">
                <a16:creationId xmlns:a16="http://schemas.microsoft.com/office/drawing/2014/main" id="{A68F608F-ED2B-31AE-956A-17CE8B7FE122}"/>
              </a:ext>
            </a:extLst>
          </p:cNvPr>
          <p:cNvSpPr/>
          <p:nvPr/>
        </p:nvSpPr>
        <p:spPr>
          <a:xfrm>
            <a:off x="3669982" y="2257774"/>
            <a:ext cx="4852035" cy="263387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Modulo / Dominio / Microservicio </a:t>
            </a:r>
          </a:p>
        </p:txBody>
      </p:sp>
      <p:sp>
        <p:nvSpPr>
          <p:cNvPr id="8" name="Flecha: a la derecha 7">
            <a:extLst>
              <a:ext uri="{FF2B5EF4-FFF2-40B4-BE49-F238E27FC236}">
                <a16:creationId xmlns:a16="http://schemas.microsoft.com/office/drawing/2014/main" id="{38DEC3D7-3F00-0CB6-3138-443E5366B603}"/>
              </a:ext>
            </a:extLst>
          </p:cNvPr>
          <p:cNvSpPr/>
          <p:nvPr/>
        </p:nvSpPr>
        <p:spPr>
          <a:xfrm>
            <a:off x="1482152" y="2913757"/>
            <a:ext cx="1878496" cy="1321904"/>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inputs</a:t>
            </a:r>
          </a:p>
        </p:txBody>
      </p:sp>
      <p:sp>
        <p:nvSpPr>
          <p:cNvPr id="9" name="Flecha: a la derecha 8">
            <a:extLst>
              <a:ext uri="{FF2B5EF4-FFF2-40B4-BE49-F238E27FC236}">
                <a16:creationId xmlns:a16="http://schemas.microsoft.com/office/drawing/2014/main" id="{B78EFC48-021A-DDF7-1F4B-3854703DA2C6}"/>
              </a:ext>
            </a:extLst>
          </p:cNvPr>
          <p:cNvSpPr/>
          <p:nvPr/>
        </p:nvSpPr>
        <p:spPr>
          <a:xfrm>
            <a:off x="9064486" y="2878970"/>
            <a:ext cx="1645361" cy="1391478"/>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Outputs</a:t>
            </a:r>
          </a:p>
        </p:txBody>
      </p:sp>
    </p:spTree>
    <p:extLst>
      <p:ext uri="{BB962C8B-B14F-4D97-AF65-F5344CB8AC3E}">
        <p14:creationId xmlns:p14="http://schemas.microsoft.com/office/powerpoint/2010/main" val="2980762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a:extLst>
              <a:ext uri="{FF2B5EF4-FFF2-40B4-BE49-F238E27FC236}">
                <a16:creationId xmlns:a16="http://schemas.microsoft.com/office/drawing/2014/main" id="{F2705333-303C-6A51-BF3C-793DDA53ED7F}"/>
              </a:ext>
            </a:extLst>
          </p:cNvPr>
          <p:cNvSpPr>
            <a:spLocks noGrp="1"/>
          </p:cNvSpPr>
          <p:nvPr>
            <p:ph type="title"/>
          </p:nvPr>
        </p:nvSpPr>
        <p:spPr/>
        <p:txBody>
          <a:bodyPr/>
          <a:lstStyle/>
          <a:p>
            <a:pPr marL="285750" indent="-285750">
              <a:buFont typeface="Arial" panose="020B0604020202020204" pitchFamily="34" charset="0"/>
              <a:buChar char="•"/>
            </a:pPr>
            <a:br>
              <a:rPr lang="es-MX" sz="1600" dirty="0"/>
            </a:br>
            <a:br>
              <a:rPr lang="es-MX" sz="1600" dirty="0"/>
            </a:br>
            <a:br>
              <a:rPr lang="es-MX" sz="1600" dirty="0"/>
            </a:br>
            <a:br>
              <a:rPr lang="es-MX" sz="1600" dirty="0"/>
            </a:br>
            <a:r>
              <a:rPr lang="es-MX" sz="1600" dirty="0"/>
              <a:t> </a:t>
            </a:r>
          </a:p>
        </p:txBody>
      </p:sp>
      <p:sp>
        <p:nvSpPr>
          <p:cNvPr id="8" name="Marcador de pie de página 7">
            <a:extLst>
              <a:ext uri="{FF2B5EF4-FFF2-40B4-BE49-F238E27FC236}">
                <a16:creationId xmlns:a16="http://schemas.microsoft.com/office/drawing/2014/main" id="{5A98E7F4-3FB8-F8B7-D59C-404063338B9D}"/>
              </a:ext>
            </a:extLst>
          </p:cNvPr>
          <p:cNvSpPr>
            <a:spLocks noGrp="1"/>
          </p:cNvSpPr>
          <p:nvPr>
            <p:ph type="ftr" sz="quarter" idx="3"/>
          </p:nvPr>
        </p:nvSpPr>
        <p:spPr/>
        <p:txBody>
          <a:bodyPr/>
          <a:lstStyle/>
          <a:p>
            <a:r>
              <a:rPr lang="en-US"/>
              <a:t>© 2023 NTT DATA, Inc.</a:t>
            </a:r>
            <a:endParaRPr lang="en-US" dirty="0"/>
          </a:p>
        </p:txBody>
      </p:sp>
      <p:sp>
        <p:nvSpPr>
          <p:cNvPr id="4" name="Placa 3">
            <a:extLst>
              <a:ext uri="{FF2B5EF4-FFF2-40B4-BE49-F238E27FC236}">
                <a16:creationId xmlns:a16="http://schemas.microsoft.com/office/drawing/2014/main" id="{62F56C5E-E576-E482-EE42-78D9A9C9E802}"/>
              </a:ext>
            </a:extLst>
          </p:cNvPr>
          <p:cNvSpPr/>
          <p:nvPr/>
        </p:nvSpPr>
        <p:spPr>
          <a:xfrm>
            <a:off x="1391478" y="1729408"/>
            <a:ext cx="974034" cy="1371600"/>
          </a:xfrm>
          <a:prstGeom prst="plaqu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5" name="Elipse 4">
            <a:extLst>
              <a:ext uri="{FF2B5EF4-FFF2-40B4-BE49-F238E27FC236}">
                <a16:creationId xmlns:a16="http://schemas.microsoft.com/office/drawing/2014/main" id="{055009BE-A23C-7925-4E37-00F20E7BC5E1}"/>
              </a:ext>
            </a:extLst>
          </p:cNvPr>
          <p:cNvSpPr/>
          <p:nvPr/>
        </p:nvSpPr>
        <p:spPr>
          <a:xfrm>
            <a:off x="1172817" y="457200"/>
            <a:ext cx="1411357" cy="1272208"/>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6" name="Rectángulo 5">
            <a:extLst>
              <a:ext uri="{FF2B5EF4-FFF2-40B4-BE49-F238E27FC236}">
                <a16:creationId xmlns:a16="http://schemas.microsoft.com/office/drawing/2014/main" id="{B0DD6C8C-2484-C105-F385-180A39E3D554}"/>
              </a:ext>
            </a:extLst>
          </p:cNvPr>
          <p:cNvSpPr/>
          <p:nvPr/>
        </p:nvSpPr>
        <p:spPr>
          <a:xfrm>
            <a:off x="4084983" y="964096"/>
            <a:ext cx="4184374" cy="530749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7" name="Elipse 6">
            <a:extLst>
              <a:ext uri="{FF2B5EF4-FFF2-40B4-BE49-F238E27FC236}">
                <a16:creationId xmlns:a16="http://schemas.microsoft.com/office/drawing/2014/main" id="{AEA6A768-27EC-DA18-D883-BBB84FA5BA90}"/>
              </a:ext>
            </a:extLst>
          </p:cNvPr>
          <p:cNvSpPr/>
          <p:nvPr/>
        </p:nvSpPr>
        <p:spPr>
          <a:xfrm>
            <a:off x="4974535" y="1346752"/>
            <a:ext cx="2082247" cy="1297057"/>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Reporte</a:t>
            </a:r>
          </a:p>
        </p:txBody>
      </p:sp>
      <p:cxnSp>
        <p:nvCxnSpPr>
          <p:cNvPr id="12" name="Conector recto de flecha 11">
            <a:extLst>
              <a:ext uri="{FF2B5EF4-FFF2-40B4-BE49-F238E27FC236}">
                <a16:creationId xmlns:a16="http://schemas.microsoft.com/office/drawing/2014/main" id="{87C07379-D3AC-5F91-B986-66CDE04EAD08}"/>
              </a:ext>
            </a:extLst>
          </p:cNvPr>
          <p:cNvCxnSpPr/>
          <p:nvPr/>
        </p:nvCxnSpPr>
        <p:spPr>
          <a:xfrm flipV="1">
            <a:off x="2584174" y="1894841"/>
            <a:ext cx="2375452" cy="487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B4E7B67C-FA4C-BBDF-B2DE-9C7CD7B9C994}"/>
              </a:ext>
            </a:extLst>
          </p:cNvPr>
          <p:cNvSpPr txBox="1"/>
          <p:nvPr/>
        </p:nvSpPr>
        <p:spPr>
          <a:xfrm>
            <a:off x="2951922" y="1590261"/>
            <a:ext cx="1143000" cy="487018"/>
          </a:xfrm>
          <a:prstGeom prst="rect">
            <a:avLst/>
          </a:prstGeom>
        </p:spPr>
        <p:txBody>
          <a:bodyPr vert="horz" wrap="square" lIns="0" tIns="0" rIns="0" bIns="0" rtlCol="0">
            <a:noAutofit/>
          </a:bodyPr>
          <a:lstStyle/>
          <a:p>
            <a:pPr algn="l"/>
            <a:r>
              <a:rPr lang="es-MX" dirty="0"/>
              <a:t>Fecha</a:t>
            </a:r>
          </a:p>
        </p:txBody>
      </p:sp>
      <p:sp>
        <p:nvSpPr>
          <p:cNvPr id="14" name="Cilindro 13">
            <a:extLst>
              <a:ext uri="{FF2B5EF4-FFF2-40B4-BE49-F238E27FC236}">
                <a16:creationId xmlns:a16="http://schemas.microsoft.com/office/drawing/2014/main" id="{36811CAC-9DA7-1D36-751F-027C4423DED0}"/>
              </a:ext>
            </a:extLst>
          </p:cNvPr>
          <p:cNvSpPr/>
          <p:nvPr/>
        </p:nvSpPr>
        <p:spPr>
          <a:xfrm>
            <a:off x="4959626" y="4283765"/>
            <a:ext cx="864704" cy="1013792"/>
          </a:xfrm>
          <a:prstGeom prst="ca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
        <p:nvSpPr>
          <p:cNvPr id="15" name="Rectángulo 14">
            <a:extLst>
              <a:ext uri="{FF2B5EF4-FFF2-40B4-BE49-F238E27FC236}">
                <a16:creationId xmlns:a16="http://schemas.microsoft.com/office/drawing/2014/main" id="{F4E9E287-C312-1223-2572-1D4277663829}"/>
              </a:ext>
            </a:extLst>
          </p:cNvPr>
          <p:cNvSpPr/>
          <p:nvPr/>
        </p:nvSpPr>
        <p:spPr>
          <a:xfrm>
            <a:off x="6003234" y="3101008"/>
            <a:ext cx="2082247" cy="86470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Ordenamiento</a:t>
            </a:r>
          </a:p>
        </p:txBody>
      </p:sp>
      <p:cxnSp>
        <p:nvCxnSpPr>
          <p:cNvPr id="17" name="Conector recto de flecha 16">
            <a:extLst>
              <a:ext uri="{FF2B5EF4-FFF2-40B4-BE49-F238E27FC236}">
                <a16:creationId xmlns:a16="http://schemas.microsoft.com/office/drawing/2014/main" id="{B58A4820-94E9-E916-8911-3839FC078127}"/>
              </a:ext>
            </a:extLst>
          </p:cNvPr>
          <p:cNvCxnSpPr/>
          <p:nvPr/>
        </p:nvCxnSpPr>
        <p:spPr>
          <a:xfrm flipH="1">
            <a:off x="5923722" y="3965713"/>
            <a:ext cx="596348" cy="7156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A6AE885C-0448-0D3C-0AA9-B9721972ED5C}"/>
              </a:ext>
            </a:extLst>
          </p:cNvPr>
          <p:cNvCxnSpPr/>
          <p:nvPr/>
        </p:nvCxnSpPr>
        <p:spPr>
          <a:xfrm>
            <a:off x="2733261" y="2534478"/>
            <a:ext cx="3091069" cy="815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8B59A31A-D8BE-FC27-222F-F22E86E5CBCF}"/>
              </a:ext>
            </a:extLst>
          </p:cNvPr>
          <p:cNvCxnSpPr/>
          <p:nvPr/>
        </p:nvCxnSpPr>
        <p:spPr>
          <a:xfrm flipH="1" flipV="1">
            <a:off x="6748670" y="2643809"/>
            <a:ext cx="834887" cy="4571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87CACEF4-45F9-8FF8-565B-9A763B84207F}"/>
              </a:ext>
            </a:extLst>
          </p:cNvPr>
          <p:cNvCxnSpPr/>
          <p:nvPr/>
        </p:nvCxnSpPr>
        <p:spPr>
          <a:xfrm>
            <a:off x="7136296" y="1967948"/>
            <a:ext cx="1948069" cy="109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ángulo: una sola esquina cortada 23">
            <a:extLst>
              <a:ext uri="{FF2B5EF4-FFF2-40B4-BE49-F238E27FC236}">
                <a16:creationId xmlns:a16="http://schemas.microsoft.com/office/drawing/2014/main" id="{41762556-2E25-F1DE-9AC8-AB421CF8E5C3}"/>
              </a:ext>
            </a:extLst>
          </p:cNvPr>
          <p:cNvSpPr/>
          <p:nvPr/>
        </p:nvSpPr>
        <p:spPr>
          <a:xfrm>
            <a:off x="9303026" y="1729408"/>
            <a:ext cx="1948069" cy="1371600"/>
          </a:xfrm>
          <a:prstGeom prst="snip1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PDF</a:t>
            </a:r>
          </a:p>
        </p:txBody>
      </p:sp>
    </p:spTree>
    <p:extLst>
      <p:ext uri="{BB962C8B-B14F-4D97-AF65-F5344CB8AC3E}">
        <p14:creationId xmlns:p14="http://schemas.microsoft.com/office/powerpoint/2010/main" val="1999348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66FAC2-D573-C591-DCD1-C66B4BA08D62}"/>
              </a:ext>
            </a:extLst>
          </p:cNvPr>
          <p:cNvSpPr>
            <a:spLocks noGrp="1"/>
          </p:cNvSpPr>
          <p:nvPr>
            <p:ph type="title"/>
          </p:nvPr>
        </p:nvSpPr>
        <p:spPr>
          <a:xfrm>
            <a:off x="371475" y="2286000"/>
            <a:ext cx="7315200" cy="4114800"/>
          </a:xfrm>
        </p:spPr>
        <p:txBody>
          <a:bodyPr/>
          <a:lstStyle/>
          <a:p>
            <a:r>
              <a:rPr lang="es-MX" sz="1400" dirty="0"/>
              <a:t>&lt;</a:t>
            </a:r>
            <a:r>
              <a:rPr lang="es-MX" sz="1400" dirty="0" err="1"/>
              <a:t>bean</a:t>
            </a:r>
            <a:r>
              <a:rPr lang="es-MX" sz="1400" dirty="0"/>
              <a:t> id=“</a:t>
            </a:r>
            <a:r>
              <a:rPr lang="es-MX" sz="1400" dirty="0" err="1"/>
              <a:t>inventoryService</a:t>
            </a:r>
            <a:r>
              <a:rPr lang="es-MX" sz="1400" dirty="0"/>
              <a:t>”</a:t>
            </a:r>
            <a:br>
              <a:rPr lang="es-MX" sz="1400" dirty="0"/>
            </a:br>
            <a:r>
              <a:rPr lang="es-MX" sz="1400" dirty="0"/>
              <a:t>	</a:t>
            </a:r>
            <a:r>
              <a:rPr lang="es-MX" sz="1400" dirty="0" err="1"/>
              <a:t>class</a:t>
            </a:r>
            <a:r>
              <a:rPr lang="es-MX" sz="1400" dirty="0"/>
              <a:t>=“</a:t>
            </a:r>
            <a:r>
              <a:rPr lang="es-MX" sz="1400" dirty="0" err="1"/>
              <a:t>com.example.InventoryService</a:t>
            </a:r>
            <a:r>
              <a:rPr lang="es-MX" sz="1400" dirty="0"/>
              <a:t>” /&gt;</a:t>
            </a:r>
            <a:br>
              <a:rPr lang="es-MX" sz="1400" dirty="0"/>
            </a:br>
            <a:br>
              <a:rPr lang="es-MX" sz="1400" dirty="0"/>
            </a:br>
            <a:r>
              <a:rPr lang="es-MX" sz="1400" dirty="0"/>
              <a:t>&lt;</a:t>
            </a:r>
            <a:r>
              <a:rPr lang="es-MX" sz="1400" dirty="0" err="1"/>
              <a:t>bean</a:t>
            </a:r>
            <a:r>
              <a:rPr lang="es-MX" sz="1400" dirty="0"/>
              <a:t> id=“</a:t>
            </a:r>
            <a:r>
              <a:rPr lang="es-MX" sz="1400" dirty="0" err="1"/>
              <a:t>productService</a:t>
            </a:r>
            <a:r>
              <a:rPr lang="es-MX" sz="1400" dirty="0"/>
              <a:t>”</a:t>
            </a:r>
            <a:br>
              <a:rPr lang="es-MX" sz="1400" dirty="0"/>
            </a:br>
            <a:r>
              <a:rPr lang="es-MX" sz="1400" dirty="0"/>
              <a:t>	</a:t>
            </a:r>
            <a:r>
              <a:rPr lang="es-MX" sz="1400" dirty="0" err="1"/>
              <a:t>class</a:t>
            </a:r>
            <a:r>
              <a:rPr lang="es-MX" sz="1400" dirty="0"/>
              <a:t>=“</a:t>
            </a:r>
            <a:r>
              <a:rPr lang="es-MX" sz="1400" dirty="0" err="1"/>
              <a:t>com.example.ProductService</a:t>
            </a:r>
            <a:r>
              <a:rPr lang="es-MX" sz="1400" dirty="0"/>
              <a:t>”&gt;</a:t>
            </a:r>
            <a:br>
              <a:rPr lang="es-MX" sz="1400" dirty="0"/>
            </a:br>
            <a:r>
              <a:rPr lang="es-MX" sz="1400" dirty="0"/>
              <a:t>&lt;constructor-</a:t>
            </a:r>
            <a:r>
              <a:rPr lang="es-MX" sz="1400" dirty="0" err="1"/>
              <a:t>arg</a:t>
            </a:r>
            <a:r>
              <a:rPr lang="es-MX" sz="1400" dirty="0"/>
              <a:t> </a:t>
            </a:r>
            <a:r>
              <a:rPr lang="es-MX" sz="1400" dirty="0" err="1"/>
              <a:t>ref</a:t>
            </a:r>
            <a:r>
              <a:rPr lang="es-MX" sz="1400" dirty="0"/>
              <a:t>=“</a:t>
            </a:r>
            <a:r>
              <a:rPr lang="es-MX" sz="1400" dirty="0" err="1"/>
              <a:t>inventoryService</a:t>
            </a:r>
            <a:r>
              <a:rPr lang="es-MX" sz="1400" dirty="0"/>
              <a:t>” /&gt;</a:t>
            </a:r>
            <a:br>
              <a:rPr lang="es-MX" sz="1400" dirty="0"/>
            </a:br>
            <a:r>
              <a:rPr lang="es-MX" sz="1400" dirty="0"/>
              <a:t>&lt;/</a:t>
            </a:r>
            <a:r>
              <a:rPr lang="es-MX" sz="1400" dirty="0" err="1"/>
              <a:t>bean</a:t>
            </a:r>
            <a:r>
              <a:rPr lang="es-MX" sz="1400" dirty="0"/>
              <a:t>&gt;</a:t>
            </a:r>
            <a:br>
              <a:rPr lang="es-MX" sz="1400" dirty="0"/>
            </a:br>
            <a:br>
              <a:rPr lang="es-MX" sz="1400" dirty="0"/>
            </a:br>
            <a:br>
              <a:rPr lang="es-MX" sz="1400" dirty="0"/>
            </a:br>
            <a:r>
              <a:rPr lang="es-MX" sz="1400" dirty="0"/>
              <a:t>@Configuration</a:t>
            </a:r>
            <a:br>
              <a:rPr lang="es-MX" sz="1400" dirty="0"/>
            </a:br>
            <a:r>
              <a:rPr lang="es-MX" sz="1400" dirty="0"/>
              <a:t>   </a:t>
            </a:r>
            <a:r>
              <a:rPr lang="es-MX" sz="1400" dirty="0" err="1"/>
              <a:t>public</a:t>
            </a:r>
            <a:r>
              <a:rPr lang="es-MX" sz="1400" dirty="0"/>
              <a:t> </a:t>
            </a:r>
            <a:r>
              <a:rPr lang="es-MX" sz="1400" dirty="0" err="1"/>
              <a:t>class</a:t>
            </a:r>
            <a:r>
              <a:rPr lang="es-MX" sz="1400" dirty="0"/>
              <a:t> </a:t>
            </a:r>
            <a:r>
              <a:rPr lang="es-MX" sz="1400" dirty="0" err="1"/>
              <a:t>ServiceConfiguration</a:t>
            </a:r>
            <a:r>
              <a:rPr lang="es-MX" sz="1400" dirty="0"/>
              <a:t> {</a:t>
            </a:r>
            <a:br>
              <a:rPr lang="es-MX" sz="1400" dirty="0"/>
            </a:br>
            <a:r>
              <a:rPr lang="es-MX" sz="1400" dirty="0"/>
              <a:t>	@Bean </a:t>
            </a:r>
            <a:br>
              <a:rPr lang="es-MX" sz="1400" dirty="0"/>
            </a:br>
            <a:r>
              <a:rPr lang="es-MX" sz="1400" dirty="0"/>
              <a:t>	    </a:t>
            </a:r>
            <a:r>
              <a:rPr lang="es-MX" sz="1400" dirty="0" err="1"/>
              <a:t>public</a:t>
            </a:r>
            <a:r>
              <a:rPr lang="es-MX" sz="1400" dirty="0"/>
              <a:t> </a:t>
            </a:r>
            <a:r>
              <a:rPr lang="es-MX" sz="1400" dirty="0" err="1"/>
              <a:t>InventoryService</a:t>
            </a:r>
            <a:r>
              <a:rPr lang="es-MX" sz="1400" dirty="0"/>
              <a:t> </a:t>
            </a:r>
            <a:r>
              <a:rPr lang="es-MX" sz="1400" dirty="0" err="1"/>
              <a:t>inventoryService</a:t>
            </a:r>
            <a:r>
              <a:rPr lang="es-MX" sz="1400" dirty="0"/>
              <a:t>() {</a:t>
            </a:r>
            <a:br>
              <a:rPr lang="es-MX" sz="1400" dirty="0"/>
            </a:br>
            <a:r>
              <a:rPr lang="es-MX" sz="1400" dirty="0"/>
              <a:t>	    </a:t>
            </a:r>
            <a:r>
              <a:rPr lang="es-MX" sz="1400" dirty="0" err="1"/>
              <a:t>return</a:t>
            </a:r>
            <a:r>
              <a:rPr lang="es-MX" sz="1400" dirty="0"/>
              <a:t> new </a:t>
            </a:r>
            <a:r>
              <a:rPr lang="es-MX" sz="1400" dirty="0" err="1"/>
              <a:t>InventoryService</a:t>
            </a:r>
            <a:r>
              <a:rPr lang="es-MX" sz="1400" dirty="0"/>
              <a:t>();</a:t>
            </a:r>
            <a:br>
              <a:rPr lang="es-MX" sz="1400" dirty="0"/>
            </a:br>
            <a:r>
              <a:rPr lang="es-MX" sz="1400" dirty="0"/>
              <a:t>}</a:t>
            </a:r>
            <a:br>
              <a:rPr lang="es-MX" sz="1400" dirty="0"/>
            </a:br>
            <a:br>
              <a:rPr lang="es-MX" sz="1400" dirty="0"/>
            </a:br>
            <a:r>
              <a:rPr lang="es-MX" sz="1400" dirty="0"/>
              <a:t>	@Bean </a:t>
            </a:r>
            <a:br>
              <a:rPr lang="es-MX" sz="1400" dirty="0"/>
            </a:br>
            <a:r>
              <a:rPr lang="es-MX" sz="1400" dirty="0"/>
              <a:t>	</a:t>
            </a:r>
            <a:r>
              <a:rPr lang="es-MX" sz="1400" dirty="0" err="1"/>
              <a:t>public</a:t>
            </a:r>
            <a:r>
              <a:rPr lang="es-MX" sz="1400" dirty="0"/>
              <a:t> </a:t>
            </a:r>
            <a:r>
              <a:rPr lang="es-MX" sz="1400" dirty="0" err="1"/>
              <a:t>ProductService</a:t>
            </a:r>
            <a:r>
              <a:rPr lang="es-MX" sz="1400" dirty="0"/>
              <a:t> </a:t>
            </a:r>
            <a:r>
              <a:rPr lang="es-MX" sz="1400" dirty="0" err="1"/>
              <a:t>productService</a:t>
            </a:r>
            <a:r>
              <a:rPr lang="es-MX" sz="1400" dirty="0"/>
              <a:t>(){</a:t>
            </a:r>
            <a:br>
              <a:rPr lang="es-MX" sz="1400" dirty="0"/>
            </a:br>
            <a:r>
              <a:rPr lang="es-MX" sz="1400" dirty="0"/>
              <a:t>	</a:t>
            </a:r>
            <a:r>
              <a:rPr lang="es-MX" sz="1400" dirty="0" err="1"/>
              <a:t>return</a:t>
            </a:r>
            <a:r>
              <a:rPr lang="es-MX" sz="1400" dirty="0"/>
              <a:t> new </a:t>
            </a:r>
            <a:r>
              <a:rPr lang="es-MX" sz="1400" dirty="0" err="1"/>
              <a:t>ProductService</a:t>
            </a:r>
            <a:r>
              <a:rPr lang="es-MX" sz="1400" dirty="0"/>
              <a:t>(</a:t>
            </a:r>
            <a:r>
              <a:rPr lang="es-MX" sz="1400" dirty="0" err="1"/>
              <a:t>inventoryService</a:t>
            </a:r>
            <a:r>
              <a:rPr lang="es-MX" sz="1400" dirty="0"/>
              <a:t>()); </a:t>
            </a:r>
            <a:br>
              <a:rPr lang="es-MX" sz="1400" dirty="0"/>
            </a:br>
            <a:r>
              <a:rPr lang="es-MX" sz="1400" dirty="0"/>
              <a:t>	}</a:t>
            </a:r>
            <a:br>
              <a:rPr lang="es-MX" sz="1400" dirty="0"/>
            </a:br>
            <a:r>
              <a:rPr lang="es-MX" sz="1400" dirty="0"/>
              <a:t>}</a:t>
            </a:r>
          </a:p>
        </p:txBody>
      </p:sp>
      <p:sp>
        <p:nvSpPr>
          <p:cNvPr id="3" name="Marcador de texto 2">
            <a:extLst>
              <a:ext uri="{FF2B5EF4-FFF2-40B4-BE49-F238E27FC236}">
                <a16:creationId xmlns:a16="http://schemas.microsoft.com/office/drawing/2014/main" id="{7AD46EAB-CB8F-33E7-6F58-F6D13D841F4F}"/>
              </a:ext>
            </a:extLst>
          </p:cNvPr>
          <p:cNvSpPr>
            <a:spLocks noGrp="1"/>
          </p:cNvSpPr>
          <p:nvPr>
            <p:ph type="body" sz="quarter" idx="13"/>
          </p:nvPr>
        </p:nvSpPr>
        <p:spPr>
          <a:xfrm>
            <a:off x="371475" y="457200"/>
            <a:ext cx="7315200" cy="560237"/>
          </a:xfrm>
        </p:spPr>
        <p:txBody>
          <a:bodyPr/>
          <a:lstStyle/>
          <a:p>
            <a:r>
              <a:rPr lang="es-MX" sz="2400" dirty="0" err="1"/>
              <a:t>Autowiring</a:t>
            </a:r>
            <a:r>
              <a:rPr lang="es-MX" sz="2400" dirty="0"/>
              <a:t> and </a:t>
            </a:r>
            <a:r>
              <a:rPr lang="es-MX" sz="2400" dirty="0" err="1"/>
              <a:t>component</a:t>
            </a:r>
            <a:r>
              <a:rPr lang="es-MX" sz="2400" dirty="0"/>
              <a:t> </a:t>
            </a:r>
            <a:r>
              <a:rPr lang="es-MX" sz="2400" dirty="0" err="1"/>
              <a:t>scanning</a:t>
            </a:r>
            <a:r>
              <a:rPr lang="es-MX" sz="2400" dirty="0"/>
              <a:t> </a:t>
            </a:r>
          </a:p>
          <a:p>
            <a:endParaRPr lang="es-MX" dirty="0"/>
          </a:p>
        </p:txBody>
      </p:sp>
      <p:sp>
        <p:nvSpPr>
          <p:cNvPr id="4" name="Marcador de pie de página 3">
            <a:extLst>
              <a:ext uri="{FF2B5EF4-FFF2-40B4-BE49-F238E27FC236}">
                <a16:creationId xmlns:a16="http://schemas.microsoft.com/office/drawing/2014/main" id="{AAD236B9-82BD-8E80-001E-8356F7F9F44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DDF31579-E6B9-9A3D-3393-1DDE56890CE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10</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CuadroTexto 5">
            <a:extLst>
              <a:ext uri="{FF2B5EF4-FFF2-40B4-BE49-F238E27FC236}">
                <a16:creationId xmlns:a16="http://schemas.microsoft.com/office/drawing/2014/main" id="{BB14C659-7FF9-0098-FFA6-3A5D0CA0B1FC}"/>
              </a:ext>
            </a:extLst>
          </p:cNvPr>
          <p:cNvSpPr txBox="1"/>
          <p:nvPr/>
        </p:nvSpPr>
        <p:spPr>
          <a:xfrm>
            <a:off x="5309119" y="2334208"/>
            <a:ext cx="3526971" cy="1156996"/>
          </a:xfrm>
          <a:prstGeom prst="rect">
            <a:avLst/>
          </a:prstGeom>
          <a:ln w="34925">
            <a:solidFill>
              <a:srgbClr val="FF0000"/>
            </a:solidFill>
          </a:ln>
        </p:spPr>
        <p:txBody>
          <a:bodyPr vert="horz" wrap="square" lIns="0" tIns="0" rIns="0" bIns="0" rtlCol="0">
            <a:noAutofit/>
          </a:bodyPr>
          <a:lstStyle/>
          <a:p>
            <a:pPr algn="ctr"/>
            <a:r>
              <a:rPr lang="es-MX" dirty="0"/>
              <a:t>The </a:t>
            </a:r>
            <a:r>
              <a:rPr lang="es-MX" dirty="0" err="1"/>
              <a:t>following</a:t>
            </a:r>
            <a:r>
              <a:rPr lang="es-MX" dirty="0"/>
              <a:t> XML </a:t>
            </a:r>
            <a:r>
              <a:rPr lang="es-MX" dirty="0" err="1"/>
              <a:t>code</a:t>
            </a:r>
            <a:r>
              <a:rPr lang="es-MX" dirty="0"/>
              <a:t> declares </a:t>
            </a:r>
            <a:r>
              <a:rPr lang="es-MX" dirty="0" err="1"/>
              <a:t>two</a:t>
            </a:r>
            <a:r>
              <a:rPr lang="es-MX" dirty="0"/>
              <a:t> </a:t>
            </a:r>
            <a:r>
              <a:rPr lang="es-MX" dirty="0" err="1"/>
              <a:t>beans</a:t>
            </a:r>
            <a:r>
              <a:rPr lang="es-MX" dirty="0"/>
              <a:t>, an </a:t>
            </a:r>
            <a:r>
              <a:rPr lang="es-MX" dirty="0" err="1"/>
              <a:t>InventoryService</a:t>
            </a:r>
            <a:r>
              <a:rPr lang="es-MX" dirty="0"/>
              <a:t> </a:t>
            </a:r>
            <a:r>
              <a:rPr lang="es-MX" dirty="0" err="1"/>
              <a:t>bean</a:t>
            </a:r>
            <a:r>
              <a:rPr lang="es-MX" dirty="0"/>
              <a:t>, and </a:t>
            </a:r>
            <a:r>
              <a:rPr lang="es-MX" dirty="0" err="1"/>
              <a:t>wires</a:t>
            </a:r>
            <a:r>
              <a:rPr lang="es-MX" dirty="0"/>
              <a:t> </a:t>
            </a:r>
            <a:r>
              <a:rPr lang="es-MX" dirty="0" err="1"/>
              <a:t>the</a:t>
            </a:r>
            <a:r>
              <a:rPr lang="es-MX" dirty="0"/>
              <a:t> </a:t>
            </a:r>
            <a:r>
              <a:rPr lang="es-MX" dirty="0" err="1"/>
              <a:t>InventoryService</a:t>
            </a:r>
            <a:r>
              <a:rPr lang="es-MX" dirty="0"/>
              <a:t> </a:t>
            </a:r>
            <a:r>
              <a:rPr lang="es-MX" dirty="0" err="1"/>
              <a:t>bean</a:t>
            </a:r>
            <a:r>
              <a:rPr lang="es-MX" dirty="0"/>
              <a:t> </a:t>
            </a:r>
            <a:r>
              <a:rPr lang="es-MX" dirty="0" err="1"/>
              <a:t>into</a:t>
            </a:r>
            <a:r>
              <a:rPr lang="es-MX" dirty="0"/>
              <a:t> </a:t>
            </a:r>
            <a:r>
              <a:rPr lang="es-MX" dirty="0" err="1"/>
              <a:t>Product-Service</a:t>
            </a:r>
            <a:r>
              <a:rPr lang="es-MX" dirty="0"/>
              <a:t> </a:t>
            </a:r>
            <a:r>
              <a:rPr lang="es-MX" dirty="0" err="1"/>
              <a:t>via</a:t>
            </a:r>
            <a:r>
              <a:rPr lang="es-MX" dirty="0"/>
              <a:t> constructor </a:t>
            </a:r>
            <a:r>
              <a:rPr lang="es-MX" dirty="0" err="1"/>
              <a:t>argument</a:t>
            </a:r>
            <a:r>
              <a:rPr lang="es-MX" dirty="0"/>
              <a:t>. </a:t>
            </a:r>
          </a:p>
        </p:txBody>
      </p:sp>
      <p:sp>
        <p:nvSpPr>
          <p:cNvPr id="7" name="CuadroTexto 6">
            <a:extLst>
              <a:ext uri="{FF2B5EF4-FFF2-40B4-BE49-F238E27FC236}">
                <a16:creationId xmlns:a16="http://schemas.microsoft.com/office/drawing/2014/main" id="{B27A4415-4A95-4BCC-EEBF-3D84541B4B8E}"/>
              </a:ext>
            </a:extLst>
          </p:cNvPr>
          <p:cNvSpPr txBox="1"/>
          <p:nvPr/>
        </p:nvSpPr>
        <p:spPr>
          <a:xfrm>
            <a:off x="5495064" y="4474435"/>
            <a:ext cx="3526971" cy="1156996"/>
          </a:xfrm>
          <a:prstGeom prst="rect">
            <a:avLst/>
          </a:prstGeom>
          <a:ln w="34925">
            <a:solidFill>
              <a:srgbClr val="FF0000"/>
            </a:solidFill>
          </a:ln>
        </p:spPr>
        <p:txBody>
          <a:bodyPr vert="horz" wrap="square" lIns="0" tIns="0" rIns="0" bIns="0" rtlCol="0">
            <a:noAutofit/>
          </a:bodyPr>
          <a:lstStyle/>
          <a:p>
            <a:pPr algn="ctr"/>
            <a:r>
              <a:rPr lang="es-MX" dirty="0"/>
              <a:t>In </a:t>
            </a:r>
            <a:r>
              <a:rPr lang="es-MX" dirty="0" err="1"/>
              <a:t>recent</a:t>
            </a:r>
            <a:r>
              <a:rPr lang="es-MX" dirty="0"/>
              <a:t> </a:t>
            </a:r>
            <a:r>
              <a:rPr lang="es-MX" dirty="0" err="1"/>
              <a:t>versions</a:t>
            </a:r>
            <a:r>
              <a:rPr lang="es-MX" dirty="0"/>
              <a:t> </a:t>
            </a:r>
            <a:r>
              <a:rPr lang="es-MX" dirty="0" err="1"/>
              <a:t>of</a:t>
            </a:r>
            <a:r>
              <a:rPr lang="es-MX" dirty="0"/>
              <a:t> Spring, </a:t>
            </a:r>
            <a:r>
              <a:rPr lang="es-MX" dirty="0" err="1"/>
              <a:t>however</a:t>
            </a:r>
            <a:r>
              <a:rPr lang="es-MX" dirty="0"/>
              <a:t>, a Java–</a:t>
            </a:r>
            <a:r>
              <a:rPr lang="es-MX" dirty="0" err="1"/>
              <a:t>Based</a:t>
            </a:r>
            <a:r>
              <a:rPr lang="es-MX" dirty="0"/>
              <a:t> </a:t>
            </a:r>
            <a:r>
              <a:rPr lang="es-MX" dirty="0" err="1"/>
              <a:t>configuration</a:t>
            </a:r>
            <a:r>
              <a:rPr lang="es-MX" dirty="0"/>
              <a:t> </a:t>
            </a:r>
            <a:r>
              <a:rPr lang="es-MX" dirty="0" err="1"/>
              <a:t>is</a:t>
            </a:r>
            <a:r>
              <a:rPr lang="es-MX" dirty="0"/>
              <a:t> more </a:t>
            </a:r>
            <a:r>
              <a:rPr lang="es-MX" dirty="0" err="1"/>
              <a:t>common</a:t>
            </a:r>
            <a:r>
              <a:rPr lang="es-MX" dirty="0"/>
              <a:t>. The </a:t>
            </a:r>
            <a:r>
              <a:rPr lang="es-MX" dirty="0" err="1"/>
              <a:t>following</a:t>
            </a:r>
            <a:r>
              <a:rPr lang="es-MX" dirty="0"/>
              <a:t> Java-</a:t>
            </a:r>
            <a:r>
              <a:rPr lang="es-MX" dirty="0" err="1"/>
              <a:t>based</a:t>
            </a:r>
            <a:r>
              <a:rPr lang="es-MX" dirty="0"/>
              <a:t> </a:t>
            </a:r>
            <a:r>
              <a:rPr lang="es-MX" dirty="0" err="1"/>
              <a:t>configuration</a:t>
            </a:r>
            <a:r>
              <a:rPr lang="es-MX" dirty="0"/>
              <a:t> </a:t>
            </a:r>
            <a:r>
              <a:rPr lang="es-MX" dirty="0" err="1"/>
              <a:t>class</a:t>
            </a:r>
            <a:r>
              <a:rPr lang="es-MX" dirty="0"/>
              <a:t> </a:t>
            </a:r>
            <a:r>
              <a:rPr lang="es-MX" dirty="0" err="1"/>
              <a:t>is</a:t>
            </a:r>
            <a:r>
              <a:rPr lang="es-MX" dirty="0"/>
              <a:t> </a:t>
            </a:r>
            <a:r>
              <a:rPr lang="es-MX" dirty="0" err="1"/>
              <a:t>equivalent</a:t>
            </a:r>
            <a:r>
              <a:rPr lang="es-MX" dirty="0"/>
              <a:t> to </a:t>
            </a:r>
            <a:r>
              <a:rPr lang="es-MX" dirty="0" err="1"/>
              <a:t>the</a:t>
            </a:r>
            <a:r>
              <a:rPr lang="es-MX" dirty="0"/>
              <a:t> XML </a:t>
            </a:r>
            <a:r>
              <a:rPr lang="es-MX" dirty="0" err="1"/>
              <a:t>configuration</a:t>
            </a:r>
            <a:r>
              <a:rPr lang="es-MX" dirty="0"/>
              <a:t> </a:t>
            </a:r>
          </a:p>
        </p:txBody>
      </p:sp>
    </p:spTree>
    <p:extLst>
      <p:ext uri="{BB962C8B-B14F-4D97-AF65-F5344CB8AC3E}">
        <p14:creationId xmlns:p14="http://schemas.microsoft.com/office/powerpoint/2010/main" val="1827093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63678297-A1D1-2E58-F6D1-70B72C80895A}"/>
              </a:ext>
            </a:extLst>
          </p:cNvPr>
          <p:cNvSpPr>
            <a:spLocks noGrp="1"/>
          </p:cNvSpPr>
          <p:nvPr>
            <p:ph type="body" sz="quarter" idx="13"/>
          </p:nvPr>
        </p:nvSpPr>
        <p:spPr/>
        <p:txBody>
          <a:bodyPr/>
          <a:lstStyle/>
          <a:p>
            <a:br>
              <a:rPr lang="es-MX" sz="1400" dirty="0"/>
            </a:br>
            <a:r>
              <a:rPr lang="es-MX" sz="1400" dirty="0"/>
              <a:t>@Configuration</a:t>
            </a:r>
            <a:br>
              <a:rPr lang="es-MX" sz="1400" dirty="0"/>
            </a:br>
            <a:r>
              <a:rPr lang="es-MX" sz="1400" dirty="0"/>
              <a:t>   </a:t>
            </a:r>
            <a:r>
              <a:rPr lang="es-MX" sz="1400" dirty="0" err="1"/>
              <a:t>public</a:t>
            </a:r>
            <a:r>
              <a:rPr lang="es-MX" sz="1400" dirty="0"/>
              <a:t> </a:t>
            </a:r>
            <a:r>
              <a:rPr lang="es-MX" sz="1400" dirty="0" err="1"/>
              <a:t>class</a:t>
            </a:r>
            <a:r>
              <a:rPr lang="es-MX" sz="1400" dirty="0"/>
              <a:t> </a:t>
            </a:r>
            <a:r>
              <a:rPr lang="es-MX" sz="1400" dirty="0" err="1"/>
              <a:t>ServiceConfiguration</a:t>
            </a:r>
            <a:r>
              <a:rPr lang="es-MX" sz="1400" dirty="0"/>
              <a:t> {</a:t>
            </a:r>
            <a:br>
              <a:rPr lang="es-MX" sz="1400" dirty="0"/>
            </a:br>
            <a:r>
              <a:rPr lang="es-MX" sz="1400" dirty="0"/>
              <a:t>	</a:t>
            </a:r>
          </a:p>
          <a:p>
            <a:r>
              <a:rPr lang="es-MX" sz="1400" dirty="0"/>
              <a:t>	@Bean </a:t>
            </a:r>
            <a:br>
              <a:rPr lang="es-MX" sz="1400" dirty="0"/>
            </a:br>
            <a:r>
              <a:rPr lang="es-MX" sz="1400" dirty="0"/>
              <a:t>	    </a:t>
            </a:r>
            <a:r>
              <a:rPr lang="es-MX" sz="1400" dirty="0" err="1"/>
              <a:t>public</a:t>
            </a:r>
            <a:r>
              <a:rPr lang="es-MX" sz="1400" dirty="0"/>
              <a:t> </a:t>
            </a:r>
            <a:r>
              <a:rPr lang="es-MX" sz="1400" dirty="0" err="1"/>
              <a:t>InventoryService</a:t>
            </a:r>
            <a:r>
              <a:rPr lang="es-MX" sz="1400" dirty="0"/>
              <a:t> </a:t>
            </a:r>
            <a:r>
              <a:rPr lang="es-MX" sz="1400" dirty="0" err="1"/>
              <a:t>inventoryService</a:t>
            </a:r>
            <a:r>
              <a:rPr lang="es-MX" sz="1400" dirty="0"/>
              <a:t>() {</a:t>
            </a:r>
            <a:br>
              <a:rPr lang="es-MX" sz="1400" dirty="0"/>
            </a:br>
            <a:r>
              <a:rPr lang="es-MX" sz="1400" dirty="0"/>
              <a:t>	    </a:t>
            </a:r>
            <a:r>
              <a:rPr lang="es-MX" sz="1400" dirty="0" err="1"/>
              <a:t>return</a:t>
            </a:r>
            <a:r>
              <a:rPr lang="es-MX" sz="1400" dirty="0"/>
              <a:t> new </a:t>
            </a:r>
            <a:r>
              <a:rPr lang="es-MX" sz="1400" dirty="0" err="1"/>
              <a:t>InventoryService</a:t>
            </a:r>
            <a:r>
              <a:rPr lang="es-MX" sz="1400" dirty="0"/>
              <a:t>();</a:t>
            </a:r>
            <a:br>
              <a:rPr lang="es-MX" sz="1400" dirty="0"/>
            </a:br>
            <a:r>
              <a:rPr lang="es-MX" sz="1400" dirty="0"/>
              <a:t>}</a:t>
            </a:r>
            <a:br>
              <a:rPr lang="es-MX" sz="1400" dirty="0"/>
            </a:br>
            <a:br>
              <a:rPr lang="es-MX" sz="1400" dirty="0"/>
            </a:br>
            <a:r>
              <a:rPr lang="es-MX" sz="1400" dirty="0"/>
              <a:t>	@Bean </a:t>
            </a:r>
            <a:br>
              <a:rPr lang="es-MX" sz="1400" dirty="0"/>
            </a:br>
            <a:r>
              <a:rPr lang="es-MX" sz="1400" dirty="0"/>
              <a:t>	</a:t>
            </a:r>
            <a:r>
              <a:rPr lang="es-MX" sz="1400" dirty="0" err="1"/>
              <a:t>public</a:t>
            </a:r>
            <a:r>
              <a:rPr lang="es-MX" sz="1400" dirty="0"/>
              <a:t> </a:t>
            </a:r>
            <a:r>
              <a:rPr lang="es-MX" sz="1400" dirty="0" err="1"/>
              <a:t>ProductService</a:t>
            </a:r>
            <a:r>
              <a:rPr lang="es-MX" sz="1400" dirty="0"/>
              <a:t> </a:t>
            </a:r>
            <a:r>
              <a:rPr lang="es-MX" sz="1400" dirty="0" err="1"/>
              <a:t>productService</a:t>
            </a:r>
            <a:r>
              <a:rPr lang="es-MX" sz="1400" dirty="0"/>
              <a:t>(){</a:t>
            </a:r>
            <a:br>
              <a:rPr lang="es-MX" sz="1400" dirty="0"/>
            </a:br>
            <a:r>
              <a:rPr lang="es-MX" sz="1400" dirty="0"/>
              <a:t>	</a:t>
            </a:r>
            <a:r>
              <a:rPr lang="es-MX" sz="1400" dirty="0" err="1"/>
              <a:t>return</a:t>
            </a:r>
            <a:r>
              <a:rPr lang="es-MX" sz="1400" dirty="0"/>
              <a:t> new </a:t>
            </a:r>
            <a:r>
              <a:rPr lang="es-MX" sz="1400" dirty="0" err="1"/>
              <a:t>ProductService</a:t>
            </a:r>
            <a:r>
              <a:rPr lang="es-MX" sz="1400" dirty="0"/>
              <a:t>(</a:t>
            </a:r>
            <a:r>
              <a:rPr lang="es-MX" sz="1400" dirty="0" err="1"/>
              <a:t>inventoryService</a:t>
            </a:r>
            <a:r>
              <a:rPr lang="es-MX" sz="1400" dirty="0"/>
              <a:t>()); </a:t>
            </a:r>
            <a:br>
              <a:rPr lang="es-MX" sz="1400" dirty="0"/>
            </a:br>
            <a:r>
              <a:rPr lang="es-MX" sz="1400" dirty="0"/>
              <a:t>	}</a:t>
            </a:r>
            <a:br>
              <a:rPr lang="es-MX" sz="1400" dirty="0"/>
            </a:br>
            <a:r>
              <a:rPr lang="es-MX" sz="1400" dirty="0"/>
              <a:t>}</a:t>
            </a:r>
          </a:p>
        </p:txBody>
      </p:sp>
      <p:sp>
        <p:nvSpPr>
          <p:cNvPr id="4" name="Marcador de pie de página 3">
            <a:extLst>
              <a:ext uri="{FF2B5EF4-FFF2-40B4-BE49-F238E27FC236}">
                <a16:creationId xmlns:a16="http://schemas.microsoft.com/office/drawing/2014/main" id="{CC455C2F-680B-7E36-7FC0-76778BE6E92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41D38269-C548-42F2-0431-B69D7EEFD45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11</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973F45C9-0B47-E2F4-7D76-7E44779A24BF}"/>
              </a:ext>
            </a:extLst>
          </p:cNvPr>
          <p:cNvSpPr>
            <a:spLocks noGrp="1"/>
          </p:cNvSpPr>
          <p:nvPr>
            <p:ph type="title"/>
          </p:nvPr>
        </p:nvSpPr>
        <p:spPr>
          <a:xfrm>
            <a:off x="371475" y="3747052"/>
            <a:ext cx="7315200" cy="2653748"/>
          </a:xfrm>
        </p:spPr>
        <p:txBody>
          <a:bodyPr/>
          <a:lstStyle/>
          <a:p>
            <a:br>
              <a:rPr lang="es-MX" sz="1400" dirty="0"/>
            </a:br>
            <a:r>
              <a:rPr lang="es-MX" sz="1400" dirty="0"/>
              <a:t>The </a:t>
            </a:r>
            <a:r>
              <a:rPr lang="es-MX" sz="1400" b="1" dirty="0">
                <a:solidFill>
                  <a:srgbClr val="005B96"/>
                </a:solidFill>
              </a:rPr>
              <a:t>@Configuration </a:t>
            </a:r>
            <a:r>
              <a:rPr lang="es-MX" sz="1400" dirty="0" err="1"/>
              <a:t>annotation</a:t>
            </a:r>
            <a:r>
              <a:rPr lang="es-MX" sz="1400" dirty="0"/>
              <a:t> Indicates to Spring </a:t>
            </a:r>
            <a:r>
              <a:rPr lang="es-MX" sz="1400" dirty="0" err="1"/>
              <a:t>that</a:t>
            </a:r>
            <a:r>
              <a:rPr lang="es-MX" sz="1400" dirty="0"/>
              <a:t> </a:t>
            </a:r>
            <a:r>
              <a:rPr lang="es-MX" sz="1400" dirty="0" err="1"/>
              <a:t>this</a:t>
            </a:r>
            <a:r>
              <a:rPr lang="es-MX" sz="1400" dirty="0"/>
              <a:t> </a:t>
            </a:r>
            <a:r>
              <a:rPr lang="es-MX" sz="1400" dirty="0" err="1"/>
              <a:t>is</a:t>
            </a:r>
            <a:r>
              <a:rPr lang="es-MX" sz="1400" dirty="0"/>
              <a:t> a </a:t>
            </a:r>
            <a:r>
              <a:rPr lang="es-MX" sz="1400" dirty="0" err="1"/>
              <a:t>configuration</a:t>
            </a:r>
            <a:r>
              <a:rPr lang="es-MX" sz="1400" dirty="0"/>
              <a:t> </a:t>
            </a:r>
            <a:r>
              <a:rPr lang="es-MX" sz="1400" dirty="0" err="1"/>
              <a:t>class</a:t>
            </a:r>
            <a:r>
              <a:rPr lang="es-MX" sz="1400" dirty="0"/>
              <a:t> </a:t>
            </a:r>
            <a:r>
              <a:rPr lang="es-MX" sz="1400" dirty="0" err="1"/>
              <a:t>that</a:t>
            </a:r>
            <a:r>
              <a:rPr lang="es-MX" sz="1400" dirty="0"/>
              <a:t> </a:t>
            </a:r>
            <a:r>
              <a:rPr lang="es-MX" sz="1400" dirty="0" err="1"/>
              <a:t>will</a:t>
            </a:r>
            <a:r>
              <a:rPr lang="es-MX" sz="1400" dirty="0"/>
              <a:t> </a:t>
            </a:r>
            <a:r>
              <a:rPr lang="es-MX" sz="1400" dirty="0" err="1"/>
              <a:t>provide</a:t>
            </a:r>
            <a:r>
              <a:rPr lang="es-MX" sz="1400" dirty="0"/>
              <a:t> </a:t>
            </a:r>
            <a:r>
              <a:rPr lang="es-MX" sz="1400" dirty="0" err="1"/>
              <a:t>beans</a:t>
            </a:r>
            <a:r>
              <a:rPr lang="es-MX" sz="1400" dirty="0"/>
              <a:t> to </a:t>
            </a:r>
            <a:r>
              <a:rPr lang="es-MX" sz="1400" dirty="0" err="1"/>
              <a:t>the</a:t>
            </a:r>
            <a:r>
              <a:rPr lang="es-MX" sz="1400" dirty="0"/>
              <a:t> Spring Application </a:t>
            </a:r>
            <a:r>
              <a:rPr lang="es-MX" sz="1400" dirty="0" err="1"/>
              <a:t>context</a:t>
            </a:r>
            <a:r>
              <a:rPr lang="es-MX" sz="1400" dirty="0"/>
              <a:t>. </a:t>
            </a:r>
            <a:br>
              <a:rPr lang="es-MX" sz="1400" dirty="0"/>
            </a:br>
            <a:br>
              <a:rPr lang="es-MX" sz="1400" dirty="0"/>
            </a:br>
            <a:r>
              <a:rPr lang="es-MX" sz="1400" dirty="0"/>
              <a:t>The Configurations </a:t>
            </a:r>
            <a:r>
              <a:rPr lang="es-MX" sz="1400" dirty="0" err="1"/>
              <a:t>methods</a:t>
            </a:r>
            <a:r>
              <a:rPr lang="es-MX" sz="1400" dirty="0"/>
              <a:t> are </a:t>
            </a:r>
            <a:r>
              <a:rPr lang="es-MX" sz="1400" dirty="0" err="1"/>
              <a:t>annotated</a:t>
            </a:r>
            <a:r>
              <a:rPr lang="es-MX" sz="1400" dirty="0"/>
              <a:t> </a:t>
            </a:r>
            <a:r>
              <a:rPr lang="es-MX" sz="1400" dirty="0" err="1"/>
              <a:t>with</a:t>
            </a:r>
            <a:r>
              <a:rPr lang="es-MX" sz="1400" dirty="0"/>
              <a:t> @Bean, </a:t>
            </a:r>
            <a:r>
              <a:rPr lang="es-MX" sz="1400" dirty="0" err="1"/>
              <a:t>indicating</a:t>
            </a:r>
            <a:r>
              <a:rPr lang="es-MX" sz="1400" dirty="0"/>
              <a:t> </a:t>
            </a:r>
            <a:r>
              <a:rPr lang="es-MX" sz="1400" dirty="0" err="1"/>
              <a:t>that</a:t>
            </a:r>
            <a:r>
              <a:rPr lang="es-MX" sz="1400" dirty="0"/>
              <a:t> </a:t>
            </a:r>
            <a:r>
              <a:rPr lang="es-MX" sz="1400" dirty="0" err="1"/>
              <a:t>the</a:t>
            </a:r>
            <a:r>
              <a:rPr lang="es-MX" sz="1400" dirty="0"/>
              <a:t> Objects </a:t>
            </a:r>
            <a:r>
              <a:rPr lang="es-MX" sz="1400" dirty="0" err="1"/>
              <a:t>they</a:t>
            </a:r>
            <a:r>
              <a:rPr lang="es-MX" sz="1400" dirty="0"/>
              <a:t> </a:t>
            </a:r>
            <a:r>
              <a:rPr lang="es-MX" sz="1400" dirty="0" err="1"/>
              <a:t>return</a:t>
            </a:r>
            <a:r>
              <a:rPr lang="es-MX" sz="1400" dirty="0"/>
              <a:t> </a:t>
            </a:r>
            <a:r>
              <a:rPr lang="es-MX" sz="1400" dirty="0" err="1"/>
              <a:t>should</a:t>
            </a:r>
            <a:r>
              <a:rPr lang="es-MX" sz="1400" dirty="0"/>
              <a:t> be </a:t>
            </a:r>
            <a:r>
              <a:rPr lang="es-MX" sz="1400" dirty="0" err="1"/>
              <a:t>added</a:t>
            </a:r>
            <a:r>
              <a:rPr lang="es-MX" sz="1400" dirty="0"/>
              <a:t> as </a:t>
            </a:r>
            <a:r>
              <a:rPr lang="es-MX" sz="1400" dirty="0" err="1"/>
              <a:t>beans</a:t>
            </a:r>
            <a:r>
              <a:rPr lang="es-MX" sz="1400" dirty="0"/>
              <a:t> in </a:t>
            </a:r>
            <a:r>
              <a:rPr lang="es-MX" sz="1400" dirty="0" err="1"/>
              <a:t>the</a:t>
            </a:r>
            <a:r>
              <a:rPr lang="es-MX" sz="1400" dirty="0"/>
              <a:t> Application </a:t>
            </a:r>
            <a:r>
              <a:rPr lang="es-MX" sz="1400" dirty="0" err="1"/>
              <a:t>context</a:t>
            </a:r>
            <a:r>
              <a:rPr lang="es-MX" sz="1400" dirty="0"/>
              <a:t>(</a:t>
            </a:r>
            <a:r>
              <a:rPr lang="es-MX" sz="1400" dirty="0" err="1"/>
              <a:t>where</a:t>
            </a:r>
            <a:r>
              <a:rPr lang="es-MX" sz="1400" dirty="0"/>
              <a:t>, </a:t>
            </a:r>
            <a:r>
              <a:rPr lang="es-MX" sz="1400" dirty="0" err="1"/>
              <a:t>by</a:t>
            </a:r>
            <a:r>
              <a:rPr lang="es-MX" sz="1400" dirty="0"/>
              <a:t> default, </a:t>
            </a:r>
            <a:r>
              <a:rPr lang="es-MX" sz="1400" dirty="0" err="1"/>
              <a:t>their</a:t>
            </a:r>
            <a:r>
              <a:rPr lang="es-MX" sz="1400" dirty="0"/>
              <a:t> respective </a:t>
            </a:r>
            <a:r>
              <a:rPr lang="es-MX" sz="1400" dirty="0" err="1"/>
              <a:t>bean</a:t>
            </a:r>
            <a:r>
              <a:rPr lang="es-MX" sz="1400" dirty="0"/>
              <a:t> </a:t>
            </a:r>
            <a:r>
              <a:rPr lang="es-MX" sz="1400" dirty="0" err="1"/>
              <a:t>Ids</a:t>
            </a:r>
            <a:r>
              <a:rPr lang="es-MX" sz="1400" dirty="0"/>
              <a:t> Will be </a:t>
            </a:r>
            <a:r>
              <a:rPr lang="es-MX" sz="1400" dirty="0" err="1"/>
              <a:t>the</a:t>
            </a:r>
            <a:r>
              <a:rPr lang="es-MX" sz="1400" dirty="0"/>
              <a:t> </a:t>
            </a:r>
            <a:r>
              <a:rPr lang="es-MX" sz="1400" dirty="0" err="1"/>
              <a:t>same</a:t>
            </a:r>
            <a:r>
              <a:rPr lang="es-MX" sz="1400" dirty="0"/>
              <a:t> as </a:t>
            </a:r>
            <a:r>
              <a:rPr lang="es-MX" sz="1400" dirty="0" err="1"/>
              <a:t>the</a:t>
            </a:r>
            <a:r>
              <a:rPr lang="es-MX" sz="1400" dirty="0"/>
              <a:t> </a:t>
            </a:r>
            <a:r>
              <a:rPr lang="es-MX" sz="1400" dirty="0" err="1"/>
              <a:t>names</a:t>
            </a:r>
            <a:r>
              <a:rPr lang="es-MX" sz="1400" dirty="0"/>
              <a:t> </a:t>
            </a:r>
            <a:r>
              <a:rPr lang="es-MX" sz="1400" dirty="0" err="1"/>
              <a:t>of</a:t>
            </a:r>
            <a:r>
              <a:rPr lang="es-MX" sz="1400" dirty="0"/>
              <a:t> </a:t>
            </a:r>
            <a:r>
              <a:rPr lang="es-MX" sz="1400" dirty="0" err="1"/>
              <a:t>the</a:t>
            </a:r>
            <a:r>
              <a:rPr lang="es-MX" sz="1400" dirty="0"/>
              <a:t> </a:t>
            </a:r>
            <a:r>
              <a:rPr lang="es-MX" sz="1400" dirty="0" err="1"/>
              <a:t>methods</a:t>
            </a:r>
            <a:r>
              <a:rPr lang="es-MX" sz="1400" dirty="0"/>
              <a:t> </a:t>
            </a:r>
            <a:r>
              <a:rPr lang="es-MX" sz="1400" dirty="0" err="1"/>
              <a:t>that</a:t>
            </a:r>
            <a:r>
              <a:rPr lang="es-MX" sz="1400" dirty="0"/>
              <a:t> define </a:t>
            </a:r>
            <a:r>
              <a:rPr lang="es-MX" sz="1400" dirty="0" err="1"/>
              <a:t>them</a:t>
            </a:r>
            <a:r>
              <a:rPr lang="es-MX" sz="1400" dirty="0"/>
              <a:t>).</a:t>
            </a:r>
            <a:br>
              <a:rPr lang="es-MX" sz="1400" dirty="0"/>
            </a:br>
            <a:br>
              <a:rPr lang="es-MX" sz="1400" dirty="0"/>
            </a:br>
            <a:r>
              <a:rPr lang="es-MX" sz="1400" dirty="0"/>
              <a:t>Java-</a:t>
            </a:r>
            <a:r>
              <a:rPr lang="es-MX" sz="1400" dirty="0" err="1"/>
              <a:t>based</a:t>
            </a:r>
            <a:r>
              <a:rPr lang="es-MX" sz="1400" dirty="0"/>
              <a:t> </a:t>
            </a:r>
            <a:r>
              <a:rPr lang="es-MX" sz="1400" dirty="0" err="1"/>
              <a:t>configuration</a:t>
            </a:r>
            <a:r>
              <a:rPr lang="es-MX" sz="1400" dirty="0"/>
              <a:t> </a:t>
            </a:r>
            <a:r>
              <a:rPr lang="es-MX" sz="1400" dirty="0" err="1"/>
              <a:t>offers</a:t>
            </a:r>
            <a:r>
              <a:rPr lang="es-MX" sz="1400" dirty="0"/>
              <a:t> </a:t>
            </a:r>
            <a:r>
              <a:rPr lang="es-MX" sz="1400" dirty="0" err="1"/>
              <a:t>several</a:t>
            </a:r>
            <a:r>
              <a:rPr lang="es-MX" sz="1400" dirty="0"/>
              <a:t> </a:t>
            </a:r>
            <a:r>
              <a:rPr lang="es-MX" sz="1400" dirty="0" err="1"/>
              <a:t>benefits</a:t>
            </a:r>
            <a:r>
              <a:rPr lang="es-MX" sz="1400" dirty="0"/>
              <a:t> </a:t>
            </a:r>
            <a:r>
              <a:rPr lang="es-MX" sz="1400" dirty="0" err="1"/>
              <a:t>over</a:t>
            </a:r>
            <a:r>
              <a:rPr lang="es-MX" sz="1400" dirty="0"/>
              <a:t> XML-</a:t>
            </a:r>
            <a:r>
              <a:rPr lang="es-MX" sz="1400" dirty="0" err="1"/>
              <a:t>based</a:t>
            </a:r>
            <a:r>
              <a:rPr lang="es-MX" sz="1400" dirty="0"/>
              <a:t> </a:t>
            </a:r>
            <a:r>
              <a:rPr lang="es-MX" sz="1400" dirty="0" err="1"/>
              <a:t>configuration</a:t>
            </a:r>
            <a:r>
              <a:rPr lang="es-MX" sz="1400" dirty="0"/>
              <a:t>, </a:t>
            </a:r>
            <a:r>
              <a:rPr lang="es-MX" sz="1400" dirty="0" err="1"/>
              <a:t>including</a:t>
            </a:r>
            <a:r>
              <a:rPr lang="es-MX" sz="1400" dirty="0"/>
              <a:t> </a:t>
            </a:r>
            <a:r>
              <a:rPr lang="es-MX" sz="1400" dirty="0" err="1"/>
              <a:t>benefits</a:t>
            </a:r>
            <a:r>
              <a:rPr lang="es-MX" sz="1400" dirty="0"/>
              <a:t> </a:t>
            </a:r>
            <a:r>
              <a:rPr lang="es-MX" sz="1400" dirty="0" err="1"/>
              <a:t>over</a:t>
            </a:r>
            <a:r>
              <a:rPr lang="es-MX" sz="1400" dirty="0"/>
              <a:t> XML-</a:t>
            </a:r>
            <a:r>
              <a:rPr lang="es-MX" sz="1400" dirty="0" err="1"/>
              <a:t>based</a:t>
            </a:r>
            <a:r>
              <a:rPr lang="es-MX" sz="1400" dirty="0"/>
              <a:t> </a:t>
            </a:r>
            <a:r>
              <a:rPr lang="es-MX" sz="1400" dirty="0" err="1"/>
              <a:t>configuration</a:t>
            </a:r>
            <a:r>
              <a:rPr lang="es-MX" sz="1400" dirty="0"/>
              <a:t>, </a:t>
            </a:r>
            <a:r>
              <a:rPr lang="es-MX" sz="1400" dirty="0" err="1"/>
              <a:t>including</a:t>
            </a:r>
            <a:r>
              <a:rPr lang="es-MX" sz="1400" dirty="0"/>
              <a:t> </a:t>
            </a:r>
            <a:r>
              <a:rPr lang="es-MX" sz="1400" dirty="0" err="1"/>
              <a:t>greater</a:t>
            </a:r>
            <a:r>
              <a:rPr lang="es-MX" sz="1400" dirty="0"/>
              <a:t> Type safety and </a:t>
            </a:r>
            <a:r>
              <a:rPr lang="es-MX" sz="1400" dirty="0" err="1"/>
              <a:t>inproved</a:t>
            </a:r>
            <a:r>
              <a:rPr lang="es-MX" sz="1400" dirty="0"/>
              <a:t> </a:t>
            </a:r>
            <a:r>
              <a:rPr lang="es-MX" sz="1400" dirty="0" err="1"/>
              <a:t>refactorability</a:t>
            </a:r>
            <a:r>
              <a:rPr lang="es-MX" sz="1400" dirty="0"/>
              <a:t>. </a:t>
            </a:r>
            <a:r>
              <a:rPr lang="es-MX" sz="1400" dirty="0" err="1"/>
              <a:t>Even</a:t>
            </a:r>
            <a:r>
              <a:rPr lang="es-MX" sz="1400" dirty="0"/>
              <a:t> so, </a:t>
            </a:r>
            <a:r>
              <a:rPr lang="es-MX" sz="1400" dirty="0" err="1"/>
              <a:t>explicit</a:t>
            </a:r>
            <a:r>
              <a:rPr lang="es-MX" sz="1400" dirty="0"/>
              <a:t> </a:t>
            </a:r>
            <a:r>
              <a:rPr lang="es-MX" sz="1400" dirty="0" err="1"/>
              <a:t>configuration</a:t>
            </a:r>
            <a:r>
              <a:rPr lang="es-MX" sz="1400" dirty="0"/>
              <a:t> </a:t>
            </a:r>
            <a:r>
              <a:rPr lang="es-MX" sz="1400" dirty="0" err="1"/>
              <a:t>with</a:t>
            </a:r>
            <a:r>
              <a:rPr lang="es-MX" sz="1400" dirty="0"/>
              <a:t> </a:t>
            </a:r>
            <a:r>
              <a:rPr lang="es-MX" sz="1400" dirty="0" err="1"/>
              <a:t>either</a:t>
            </a:r>
            <a:r>
              <a:rPr lang="es-MX" sz="1400" dirty="0"/>
              <a:t> Java </a:t>
            </a:r>
            <a:r>
              <a:rPr lang="es-MX" sz="1400" dirty="0" err="1"/>
              <a:t>or</a:t>
            </a:r>
            <a:r>
              <a:rPr lang="es-MX" sz="1400" dirty="0"/>
              <a:t> XML </a:t>
            </a:r>
            <a:r>
              <a:rPr lang="es-MX" sz="1400" dirty="0" err="1"/>
              <a:t>is</a:t>
            </a:r>
            <a:r>
              <a:rPr lang="es-MX" sz="1400" dirty="0"/>
              <a:t> </a:t>
            </a:r>
            <a:r>
              <a:rPr lang="es-MX" sz="1400" dirty="0" err="1"/>
              <a:t>necessary</a:t>
            </a:r>
            <a:r>
              <a:rPr lang="es-MX" sz="1400" dirty="0"/>
              <a:t> Only if Spring </a:t>
            </a:r>
            <a:r>
              <a:rPr lang="es-MX" sz="1400" dirty="0" err="1"/>
              <a:t>is</a:t>
            </a:r>
            <a:r>
              <a:rPr lang="es-MX" sz="1400" dirty="0"/>
              <a:t> </a:t>
            </a:r>
            <a:r>
              <a:rPr lang="es-MX" sz="1400" dirty="0" err="1"/>
              <a:t>unable</a:t>
            </a:r>
            <a:r>
              <a:rPr lang="es-MX" sz="1400" dirty="0"/>
              <a:t> to </a:t>
            </a:r>
            <a:r>
              <a:rPr lang="es-MX" sz="1400" dirty="0" err="1"/>
              <a:t>automatically</a:t>
            </a:r>
            <a:r>
              <a:rPr lang="es-MX" sz="1400" dirty="0"/>
              <a:t> configure </a:t>
            </a:r>
            <a:r>
              <a:rPr lang="es-MX" sz="1400" dirty="0" err="1"/>
              <a:t>the</a:t>
            </a:r>
            <a:r>
              <a:rPr lang="es-MX" sz="1400" dirty="0"/>
              <a:t> </a:t>
            </a:r>
            <a:r>
              <a:rPr lang="es-MX" sz="1400" dirty="0" err="1"/>
              <a:t>components</a:t>
            </a:r>
            <a:r>
              <a:rPr lang="es-MX" sz="1400" dirty="0"/>
              <a:t>.</a:t>
            </a:r>
          </a:p>
        </p:txBody>
      </p:sp>
      <p:sp>
        <p:nvSpPr>
          <p:cNvPr id="7" name="Marcador de texto 2">
            <a:extLst>
              <a:ext uri="{FF2B5EF4-FFF2-40B4-BE49-F238E27FC236}">
                <a16:creationId xmlns:a16="http://schemas.microsoft.com/office/drawing/2014/main" id="{71E9470E-C154-133B-9529-33A4E2242108}"/>
              </a:ext>
            </a:extLst>
          </p:cNvPr>
          <p:cNvSpPr txBox="1">
            <a:spLocks/>
          </p:cNvSpPr>
          <p:nvPr/>
        </p:nvSpPr>
        <p:spPr bwMode="gray">
          <a:xfrm>
            <a:off x="431110" y="177081"/>
            <a:ext cx="7315200" cy="560237"/>
          </a:xfrm>
          <a:prstGeom prst="rect">
            <a:avLst/>
          </a:prstGeom>
        </p:spPr>
        <p:txBody>
          <a:bodyPr vert="horz" lIns="0" tIns="45720" rIns="0" bIns="0" rtlCol="0">
            <a:noAutofit/>
          </a:bodyPr>
          <a:lstStyle>
            <a:lvl1pPr marL="0" indent="0" algn="l" defTabSz="914400" rtl="0" eaLnBrk="1" latinLnBrk="0" hangingPunct="1">
              <a:lnSpc>
                <a:spcPct val="100000"/>
              </a:lnSpc>
              <a:spcBef>
                <a:spcPts val="0"/>
              </a:spcBef>
              <a:spcAft>
                <a:spcPts val="600"/>
              </a:spcAft>
              <a:buFontTx/>
              <a:buNone/>
              <a:defRPr lang="en-US" sz="9600" b="1" kern="1200" dirty="0" smtClean="0">
                <a:solidFill>
                  <a:schemeClr val="accent2"/>
                </a:solidFill>
                <a:latin typeface="+mn-lt"/>
                <a:ea typeface="+mn-ea"/>
                <a:cs typeface="+mn-cs"/>
              </a:defRPr>
            </a:lvl1pPr>
            <a:lvl2pPr marL="216000" indent="-216000" algn="l" defTabSz="914400" rtl="0" eaLnBrk="1" latinLnBrk="0" hangingPunct="1">
              <a:lnSpc>
                <a:spcPct val="100000"/>
              </a:lnSpc>
              <a:spcBef>
                <a:spcPts val="500"/>
              </a:spcBef>
              <a:buClr>
                <a:schemeClr val="tx2"/>
              </a:buClr>
              <a:buFont typeface="Arial" panose="020B0604020202020204" pitchFamily="34" charset="0"/>
              <a:buChar char="•"/>
              <a:defRPr lang="en-US" sz="1800" kern="1200" dirty="0">
                <a:solidFill>
                  <a:schemeClr val="tx2"/>
                </a:solidFill>
                <a:latin typeface="+mn-lt"/>
                <a:ea typeface="+mn-ea"/>
                <a:cs typeface="+mn-cs"/>
              </a:defRPr>
            </a:lvl2pPr>
            <a:lvl3pPr marL="432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3pPr>
            <a:lvl4pPr marL="648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4pPr>
            <a:lvl5pPr marL="864000" indent="-216000" algn="l" defTabSz="914400" rtl="0" eaLnBrk="1" latinLnBrk="0" hangingPunct="1">
              <a:lnSpc>
                <a:spcPct val="100000"/>
              </a:lnSpc>
              <a:spcBef>
                <a:spcPts val="500"/>
              </a:spcBef>
              <a:buClr>
                <a:schemeClr val="tx2"/>
              </a:buClr>
              <a:buFont typeface="Arial" panose="020B0604020202020204" pitchFamily="34" charset="0"/>
              <a:buChar char="»"/>
              <a:defRPr lang="en-US" sz="1600" kern="1200" dirty="0">
                <a:solidFill>
                  <a:schemeClr val="tx2"/>
                </a:solidFill>
                <a:latin typeface="+mn-lt"/>
                <a:ea typeface="+mn-ea"/>
                <a:cs typeface="+mn-cs"/>
              </a:defRPr>
            </a:lvl5pPr>
            <a:lvl6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6pPr>
            <a:lvl7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7pPr>
            <a:lvl8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8pPr>
            <a:lvl9pPr marL="864000" indent="-216000" algn="l" defTabSz="914400" rtl="0" eaLnBrk="1" latinLnBrk="0" hangingPunct="1">
              <a:lnSpc>
                <a:spcPct val="90000"/>
              </a:lnSpc>
              <a:spcBef>
                <a:spcPts val="600"/>
              </a:spcBef>
              <a:buFont typeface="Roboto" panose="02000000000000000000" pitchFamily="2" charset="0"/>
              <a:buChar char="–"/>
              <a:defRPr sz="1400" kern="1200">
                <a:solidFill>
                  <a:schemeClr val="tx2"/>
                </a:solidFill>
                <a:latin typeface="+mn-lt"/>
                <a:ea typeface="+mn-ea"/>
                <a:cs typeface="+mn-cs"/>
              </a:defRPr>
            </a:lvl9pPr>
          </a:lstStyle>
          <a:p>
            <a:r>
              <a:rPr lang="es-MX" sz="2400"/>
              <a:t>Autowiring and component scanning </a:t>
            </a:r>
          </a:p>
          <a:p>
            <a:endParaRPr lang="es-MX"/>
          </a:p>
        </p:txBody>
      </p:sp>
    </p:spTree>
    <p:extLst>
      <p:ext uri="{BB962C8B-B14F-4D97-AF65-F5344CB8AC3E}">
        <p14:creationId xmlns:p14="http://schemas.microsoft.com/office/powerpoint/2010/main" val="18947248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49683-6078-4D32-7420-4B03CFC92937}"/>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B866F24-4524-0C68-7D81-4FA3C5FB325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399DD555-5B3A-9BB8-8414-757E74840DA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12</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CDCAD845-B64D-2C46-C1ED-D46F839CE25D}"/>
              </a:ext>
            </a:extLst>
          </p:cNvPr>
          <p:cNvSpPr>
            <a:spLocks noGrp="1"/>
          </p:cNvSpPr>
          <p:nvPr>
            <p:ph type="title"/>
          </p:nvPr>
        </p:nvSpPr>
        <p:spPr>
          <a:xfrm>
            <a:off x="371475" y="1056643"/>
            <a:ext cx="7315200" cy="4443342"/>
          </a:xfrm>
        </p:spPr>
        <p:txBody>
          <a:bodyPr/>
          <a:lstStyle/>
          <a:p>
            <a:br>
              <a:rPr lang="es-MX" sz="1400" dirty="0"/>
            </a:br>
            <a:r>
              <a:rPr lang="es-MX" sz="1400" dirty="0" err="1"/>
              <a:t>Automaticconfiguration</a:t>
            </a:r>
            <a:r>
              <a:rPr lang="es-MX" sz="1400" dirty="0"/>
              <a:t> has </a:t>
            </a:r>
            <a:r>
              <a:rPr lang="es-MX" sz="1400" dirty="0" err="1"/>
              <a:t>its</a:t>
            </a:r>
            <a:r>
              <a:rPr lang="es-MX" sz="1400" dirty="0"/>
              <a:t> </a:t>
            </a:r>
            <a:r>
              <a:rPr lang="es-MX" sz="1400" dirty="0" err="1"/>
              <a:t>roots</a:t>
            </a:r>
            <a:r>
              <a:rPr lang="es-MX" sz="1400" dirty="0"/>
              <a:t> in </a:t>
            </a:r>
            <a:r>
              <a:rPr lang="es-MX" sz="1400" dirty="0" err="1"/>
              <a:t>the</a:t>
            </a:r>
            <a:r>
              <a:rPr lang="es-MX" sz="1400" dirty="0"/>
              <a:t> Spring </a:t>
            </a:r>
            <a:r>
              <a:rPr lang="es-MX" sz="1400" dirty="0" err="1"/>
              <a:t>techniques</a:t>
            </a:r>
            <a:r>
              <a:rPr lang="es-MX" sz="1400" dirty="0"/>
              <a:t> </a:t>
            </a:r>
            <a:r>
              <a:rPr lang="es-MX" sz="1400" dirty="0" err="1"/>
              <a:t>know</a:t>
            </a:r>
            <a:r>
              <a:rPr lang="es-MX" sz="1400" dirty="0"/>
              <a:t> as </a:t>
            </a:r>
            <a:r>
              <a:rPr lang="es-MX" sz="1400" dirty="0" err="1"/>
              <a:t>autowiring</a:t>
            </a:r>
            <a:r>
              <a:rPr lang="es-MX" sz="1400" dirty="0"/>
              <a:t> and </a:t>
            </a:r>
            <a:r>
              <a:rPr lang="es-MX" sz="1400" dirty="0" err="1"/>
              <a:t>component</a:t>
            </a:r>
            <a:r>
              <a:rPr lang="es-MX" sz="1400" dirty="0"/>
              <a:t> </a:t>
            </a:r>
            <a:r>
              <a:rPr lang="es-MX" sz="1400" dirty="0" err="1"/>
              <a:t>scanning</a:t>
            </a:r>
            <a:r>
              <a:rPr lang="es-MX" sz="1400" dirty="0"/>
              <a:t>. </a:t>
            </a:r>
            <a:r>
              <a:rPr lang="es-MX" sz="1400" dirty="0" err="1"/>
              <a:t>With</a:t>
            </a:r>
            <a:r>
              <a:rPr lang="es-MX" sz="1400" dirty="0"/>
              <a:t> </a:t>
            </a:r>
            <a:r>
              <a:rPr lang="es-MX" sz="1400" dirty="0" err="1"/>
              <a:t>component</a:t>
            </a:r>
            <a:r>
              <a:rPr lang="es-MX" sz="1400" dirty="0"/>
              <a:t> </a:t>
            </a:r>
            <a:r>
              <a:rPr lang="es-MX" sz="1400" dirty="0" err="1"/>
              <a:t>scanning</a:t>
            </a:r>
            <a:r>
              <a:rPr lang="es-MX" sz="1400" dirty="0"/>
              <a:t>, Spring can </a:t>
            </a:r>
            <a:r>
              <a:rPr lang="es-MX" sz="1400" dirty="0" err="1"/>
              <a:t>automatically</a:t>
            </a:r>
            <a:r>
              <a:rPr lang="es-MX" sz="1400" dirty="0"/>
              <a:t> </a:t>
            </a:r>
            <a:r>
              <a:rPr lang="es-MX" sz="1400" dirty="0" err="1"/>
              <a:t>discover</a:t>
            </a:r>
            <a:r>
              <a:rPr lang="es-MX" sz="1400" dirty="0"/>
              <a:t> </a:t>
            </a:r>
            <a:r>
              <a:rPr lang="es-MX" sz="1400" dirty="0" err="1"/>
              <a:t>components</a:t>
            </a:r>
            <a:r>
              <a:rPr lang="es-MX" sz="1400" dirty="0"/>
              <a:t> from an </a:t>
            </a:r>
            <a:r>
              <a:rPr lang="es-MX" sz="1400" dirty="0" err="1"/>
              <a:t>applicatio’s</a:t>
            </a:r>
            <a:r>
              <a:rPr lang="es-MX" sz="1400" dirty="0"/>
              <a:t> </a:t>
            </a:r>
            <a:r>
              <a:rPr lang="es-MX" sz="1400" dirty="0" err="1"/>
              <a:t>classpath</a:t>
            </a:r>
            <a:r>
              <a:rPr lang="es-MX" sz="1400" dirty="0"/>
              <a:t> and créate </a:t>
            </a:r>
            <a:r>
              <a:rPr lang="es-MX" sz="1400" dirty="0" err="1"/>
              <a:t>them</a:t>
            </a:r>
            <a:r>
              <a:rPr lang="es-MX" sz="1400" dirty="0"/>
              <a:t> as </a:t>
            </a:r>
            <a:r>
              <a:rPr lang="es-MX" sz="1400" dirty="0" err="1"/>
              <a:t>beans</a:t>
            </a:r>
            <a:r>
              <a:rPr lang="es-MX" sz="1400" dirty="0"/>
              <a:t> in </a:t>
            </a:r>
            <a:r>
              <a:rPr lang="es-MX" sz="1400" dirty="0" err="1"/>
              <a:t>the</a:t>
            </a:r>
            <a:r>
              <a:rPr lang="es-MX" sz="1400" dirty="0"/>
              <a:t> Spring Application </a:t>
            </a:r>
            <a:r>
              <a:rPr lang="es-MX" sz="1400" dirty="0" err="1"/>
              <a:t>context</a:t>
            </a:r>
            <a:r>
              <a:rPr lang="es-MX" sz="1400" dirty="0"/>
              <a:t>. </a:t>
            </a:r>
            <a:r>
              <a:rPr lang="es-MX" sz="1400" dirty="0" err="1"/>
              <a:t>With</a:t>
            </a:r>
            <a:r>
              <a:rPr lang="es-MX" sz="1400" dirty="0"/>
              <a:t> </a:t>
            </a:r>
            <a:r>
              <a:rPr lang="es-MX" sz="1400" dirty="0" err="1"/>
              <a:t>autowiring</a:t>
            </a:r>
            <a:r>
              <a:rPr lang="es-MX" sz="1400" dirty="0"/>
              <a:t>, Spring </a:t>
            </a:r>
            <a:r>
              <a:rPr lang="es-MX" sz="1400" dirty="0" err="1"/>
              <a:t>automatically</a:t>
            </a:r>
            <a:r>
              <a:rPr lang="es-MX" sz="1400" dirty="0"/>
              <a:t> </a:t>
            </a:r>
            <a:r>
              <a:rPr lang="es-MX" sz="1400" dirty="0" err="1"/>
              <a:t>injects</a:t>
            </a:r>
            <a:r>
              <a:rPr lang="es-MX" sz="1400" dirty="0"/>
              <a:t> </a:t>
            </a:r>
            <a:r>
              <a:rPr lang="es-MX" sz="1400" dirty="0" err="1"/>
              <a:t>the</a:t>
            </a:r>
            <a:r>
              <a:rPr lang="es-MX" sz="1400" dirty="0"/>
              <a:t> </a:t>
            </a:r>
            <a:r>
              <a:rPr lang="es-MX" sz="1400" dirty="0" err="1"/>
              <a:t>components</a:t>
            </a:r>
            <a:r>
              <a:rPr lang="es-MX" sz="1400" dirty="0"/>
              <a:t> </a:t>
            </a:r>
            <a:r>
              <a:rPr lang="es-MX" sz="1400" dirty="0" err="1"/>
              <a:t>with</a:t>
            </a:r>
            <a:r>
              <a:rPr lang="es-MX" sz="1400" dirty="0"/>
              <a:t> </a:t>
            </a:r>
            <a:r>
              <a:rPr lang="es-MX" sz="1400" dirty="0" err="1"/>
              <a:t>the</a:t>
            </a:r>
            <a:r>
              <a:rPr lang="es-MX" sz="1400" dirty="0"/>
              <a:t> </a:t>
            </a:r>
            <a:r>
              <a:rPr lang="es-MX" sz="1400" dirty="0" err="1"/>
              <a:t>other</a:t>
            </a:r>
            <a:r>
              <a:rPr lang="es-MX" sz="1400" dirty="0"/>
              <a:t> </a:t>
            </a:r>
            <a:r>
              <a:rPr lang="es-MX" sz="1400" dirty="0" err="1"/>
              <a:t>beans</a:t>
            </a:r>
            <a:r>
              <a:rPr lang="es-MX" sz="1400" dirty="0"/>
              <a:t> </a:t>
            </a:r>
            <a:r>
              <a:rPr lang="es-MX" sz="1400" dirty="0" err="1"/>
              <a:t>that</a:t>
            </a:r>
            <a:r>
              <a:rPr lang="es-MX" sz="1400" dirty="0"/>
              <a:t> </a:t>
            </a:r>
            <a:r>
              <a:rPr lang="es-MX" sz="1400" dirty="0" err="1"/>
              <a:t>they</a:t>
            </a:r>
            <a:r>
              <a:rPr lang="es-MX" sz="1400" dirty="0"/>
              <a:t> </a:t>
            </a:r>
            <a:r>
              <a:rPr lang="es-MX" sz="1400" dirty="0" err="1"/>
              <a:t>depend</a:t>
            </a:r>
            <a:r>
              <a:rPr lang="es-MX" sz="1400" dirty="0"/>
              <a:t> on. </a:t>
            </a:r>
            <a:br>
              <a:rPr lang="es-MX" sz="1400" dirty="0"/>
            </a:br>
            <a:br>
              <a:rPr lang="es-MX" sz="1400" dirty="0"/>
            </a:br>
            <a:r>
              <a:rPr lang="es-MX" sz="1400" dirty="0"/>
              <a:t>More </a:t>
            </a:r>
            <a:r>
              <a:rPr lang="es-MX" sz="1400" dirty="0" err="1"/>
              <a:t>recently</a:t>
            </a:r>
            <a:r>
              <a:rPr lang="es-MX" sz="1400" dirty="0"/>
              <a:t>, </a:t>
            </a:r>
            <a:r>
              <a:rPr lang="es-MX" sz="1400" dirty="0" err="1"/>
              <a:t>with</a:t>
            </a:r>
            <a:r>
              <a:rPr lang="es-MX" sz="1400" dirty="0"/>
              <a:t> </a:t>
            </a:r>
            <a:r>
              <a:rPr lang="es-MX" sz="1400" dirty="0" err="1"/>
              <a:t>the</a:t>
            </a:r>
            <a:r>
              <a:rPr lang="es-MX" sz="1400" dirty="0"/>
              <a:t> </a:t>
            </a:r>
            <a:r>
              <a:rPr lang="es-MX" sz="1400" dirty="0" err="1"/>
              <a:t>introduction</a:t>
            </a:r>
            <a:r>
              <a:rPr lang="es-MX" sz="1400" dirty="0"/>
              <a:t> </a:t>
            </a:r>
            <a:r>
              <a:rPr lang="es-MX" sz="1400" dirty="0" err="1"/>
              <a:t>of</a:t>
            </a:r>
            <a:r>
              <a:rPr lang="es-MX" sz="1400" dirty="0"/>
              <a:t> Spring </a:t>
            </a:r>
            <a:r>
              <a:rPr lang="es-MX" sz="1400" dirty="0" err="1"/>
              <a:t>Boot</a:t>
            </a:r>
            <a:r>
              <a:rPr lang="es-MX" sz="1400" dirty="0"/>
              <a:t>, </a:t>
            </a:r>
            <a:r>
              <a:rPr lang="es-MX" sz="1400" dirty="0" err="1"/>
              <a:t>automatic</a:t>
            </a:r>
            <a:r>
              <a:rPr lang="es-MX" sz="1400" dirty="0"/>
              <a:t> </a:t>
            </a:r>
            <a:r>
              <a:rPr lang="es-MX" sz="1400" dirty="0" err="1"/>
              <a:t>configuration</a:t>
            </a:r>
            <a:r>
              <a:rPr lang="es-MX" sz="1400" dirty="0"/>
              <a:t> has </a:t>
            </a:r>
            <a:r>
              <a:rPr lang="es-MX" sz="1400" dirty="0" err="1"/>
              <a:t>gone</a:t>
            </a:r>
            <a:r>
              <a:rPr lang="es-MX" sz="1400" dirty="0"/>
              <a:t> </a:t>
            </a:r>
            <a:r>
              <a:rPr lang="es-MX" sz="1400" dirty="0" err="1"/>
              <a:t>well</a:t>
            </a:r>
            <a:r>
              <a:rPr lang="es-MX" sz="1400" dirty="0"/>
              <a:t> </a:t>
            </a:r>
            <a:r>
              <a:rPr lang="es-MX" sz="1400" dirty="0" err="1"/>
              <a:t>beyond</a:t>
            </a:r>
            <a:r>
              <a:rPr lang="es-MX" sz="1400" dirty="0"/>
              <a:t> </a:t>
            </a:r>
            <a:r>
              <a:rPr lang="es-MX" sz="1400" dirty="0" err="1"/>
              <a:t>component</a:t>
            </a:r>
            <a:r>
              <a:rPr lang="es-MX" sz="1400" dirty="0"/>
              <a:t> </a:t>
            </a:r>
            <a:r>
              <a:rPr lang="es-MX" sz="1400" dirty="0" err="1"/>
              <a:t>scanning</a:t>
            </a:r>
            <a:r>
              <a:rPr lang="es-MX" sz="1400" dirty="0"/>
              <a:t> and </a:t>
            </a:r>
            <a:r>
              <a:rPr lang="es-MX" sz="1400" dirty="0" err="1"/>
              <a:t>autowiring</a:t>
            </a:r>
            <a:r>
              <a:rPr lang="es-MX" sz="1400" dirty="0"/>
              <a:t>. </a:t>
            </a:r>
            <a:br>
              <a:rPr lang="es-MX" sz="1400" dirty="0"/>
            </a:br>
            <a:br>
              <a:rPr lang="es-MX" sz="1400" dirty="0"/>
            </a:br>
            <a:r>
              <a:rPr lang="es-MX" sz="1400" dirty="0"/>
              <a:t>Spring </a:t>
            </a:r>
            <a:r>
              <a:rPr lang="es-MX" sz="1400" dirty="0" err="1"/>
              <a:t>Boot</a:t>
            </a:r>
            <a:r>
              <a:rPr lang="es-MX" sz="1400" dirty="0"/>
              <a:t> </a:t>
            </a:r>
            <a:r>
              <a:rPr lang="es-MX" sz="1400" dirty="0" err="1"/>
              <a:t>is</a:t>
            </a:r>
            <a:r>
              <a:rPr lang="es-MX" sz="1400" dirty="0"/>
              <a:t> an extensión </a:t>
            </a:r>
            <a:r>
              <a:rPr lang="es-MX" sz="1400" dirty="0" err="1"/>
              <a:t>of</a:t>
            </a:r>
            <a:r>
              <a:rPr lang="es-MX" sz="1400" dirty="0"/>
              <a:t> </a:t>
            </a:r>
            <a:r>
              <a:rPr lang="es-MX" sz="1400" dirty="0" err="1"/>
              <a:t>the</a:t>
            </a:r>
            <a:r>
              <a:rPr lang="es-MX" sz="1400" dirty="0"/>
              <a:t> Spring Framework </a:t>
            </a:r>
            <a:r>
              <a:rPr lang="es-MX" sz="1400" dirty="0" err="1"/>
              <a:t>that</a:t>
            </a:r>
            <a:r>
              <a:rPr lang="es-MX" sz="1400" dirty="0"/>
              <a:t> </a:t>
            </a:r>
            <a:r>
              <a:rPr lang="es-MX" sz="1400" dirty="0" err="1"/>
              <a:t>offers</a:t>
            </a:r>
            <a:r>
              <a:rPr lang="es-MX" sz="1400" dirty="0"/>
              <a:t> </a:t>
            </a:r>
            <a:r>
              <a:rPr lang="es-MX" sz="1400" dirty="0" err="1"/>
              <a:t>several</a:t>
            </a:r>
            <a:r>
              <a:rPr lang="es-MX" sz="1400" dirty="0"/>
              <a:t> </a:t>
            </a:r>
            <a:r>
              <a:rPr lang="es-MX" sz="1400" dirty="0" err="1"/>
              <a:t>productivity</a:t>
            </a:r>
            <a:r>
              <a:rPr lang="es-MX" sz="1400" dirty="0"/>
              <a:t> </a:t>
            </a:r>
            <a:r>
              <a:rPr lang="es-MX" sz="1400" dirty="0" err="1"/>
              <a:t>enhancements</a:t>
            </a:r>
            <a:r>
              <a:rPr lang="es-MX" sz="1400" dirty="0"/>
              <a:t>. The </a:t>
            </a:r>
            <a:r>
              <a:rPr lang="es-MX" sz="1400" dirty="0" err="1"/>
              <a:t>most</a:t>
            </a:r>
            <a:r>
              <a:rPr lang="es-MX" sz="1400" dirty="0"/>
              <a:t> </a:t>
            </a:r>
            <a:r>
              <a:rPr lang="es-MX" sz="1400" dirty="0" err="1"/>
              <a:t>well</a:t>
            </a:r>
            <a:r>
              <a:rPr lang="es-MX" sz="1400" dirty="0"/>
              <a:t> </a:t>
            </a:r>
            <a:r>
              <a:rPr lang="es-MX" sz="1400" dirty="0" err="1"/>
              <a:t>know</a:t>
            </a:r>
            <a:r>
              <a:rPr lang="es-MX" sz="1400" dirty="0"/>
              <a:t> </a:t>
            </a:r>
            <a:r>
              <a:rPr lang="es-MX" sz="1400" dirty="0" err="1"/>
              <a:t>of</a:t>
            </a:r>
            <a:r>
              <a:rPr lang="es-MX" sz="1400" dirty="0"/>
              <a:t> </a:t>
            </a:r>
            <a:r>
              <a:rPr lang="es-MX" sz="1400" dirty="0" err="1"/>
              <a:t>these</a:t>
            </a:r>
            <a:r>
              <a:rPr lang="es-MX" sz="1400" dirty="0"/>
              <a:t> </a:t>
            </a:r>
            <a:r>
              <a:rPr lang="es-MX" sz="1400" dirty="0" err="1"/>
              <a:t>enhancements</a:t>
            </a:r>
            <a:r>
              <a:rPr lang="es-MX" sz="1400" dirty="0"/>
              <a:t> </a:t>
            </a:r>
            <a:r>
              <a:rPr lang="es-MX" sz="1400" dirty="0" err="1"/>
              <a:t>is</a:t>
            </a:r>
            <a:r>
              <a:rPr lang="es-MX" sz="1400" dirty="0"/>
              <a:t> </a:t>
            </a:r>
            <a:r>
              <a:rPr lang="es-MX" sz="1400" dirty="0" err="1"/>
              <a:t>autoconfiguration</a:t>
            </a:r>
            <a:r>
              <a:rPr lang="es-MX" sz="1400" dirty="0"/>
              <a:t>, </a:t>
            </a:r>
            <a:r>
              <a:rPr lang="es-MX" sz="1400" dirty="0" err="1"/>
              <a:t>where</a:t>
            </a:r>
            <a:r>
              <a:rPr lang="es-MX" sz="1400" dirty="0"/>
              <a:t> Spring </a:t>
            </a:r>
            <a:r>
              <a:rPr lang="es-MX" sz="1400" dirty="0" err="1"/>
              <a:t>Boot</a:t>
            </a:r>
            <a:r>
              <a:rPr lang="es-MX" sz="1400" dirty="0"/>
              <a:t> can </a:t>
            </a:r>
            <a:r>
              <a:rPr lang="es-MX" sz="1400" dirty="0" err="1"/>
              <a:t>make</a:t>
            </a:r>
            <a:r>
              <a:rPr lang="es-MX" sz="1400" dirty="0"/>
              <a:t> </a:t>
            </a:r>
            <a:r>
              <a:rPr lang="es-MX" sz="1400" dirty="0" err="1"/>
              <a:t>reasonable</a:t>
            </a:r>
            <a:r>
              <a:rPr lang="es-MX" sz="1400" dirty="0"/>
              <a:t> </a:t>
            </a:r>
            <a:r>
              <a:rPr lang="es-MX" sz="1400" dirty="0" err="1"/>
              <a:t>guesses</a:t>
            </a:r>
            <a:r>
              <a:rPr lang="es-MX" sz="1400" dirty="0"/>
              <a:t> at </a:t>
            </a:r>
            <a:r>
              <a:rPr lang="es-MX" sz="1400" dirty="0" err="1"/>
              <a:t>what</a:t>
            </a:r>
            <a:r>
              <a:rPr lang="es-MX" sz="1400" dirty="0"/>
              <a:t> </a:t>
            </a:r>
            <a:r>
              <a:rPr lang="es-MX" sz="1400" dirty="0" err="1"/>
              <a:t>components</a:t>
            </a:r>
            <a:r>
              <a:rPr lang="es-MX" sz="1400" dirty="0"/>
              <a:t> </a:t>
            </a:r>
            <a:r>
              <a:rPr lang="es-MX" sz="1400" dirty="0" err="1"/>
              <a:t>need</a:t>
            </a:r>
            <a:r>
              <a:rPr lang="es-MX" sz="1400" dirty="0"/>
              <a:t> to be </a:t>
            </a:r>
            <a:r>
              <a:rPr lang="es-MX" sz="1400" dirty="0" err="1"/>
              <a:t>configurated</a:t>
            </a:r>
            <a:r>
              <a:rPr lang="es-MX" sz="1400" dirty="0"/>
              <a:t> and </a:t>
            </a:r>
            <a:r>
              <a:rPr lang="es-MX" sz="1400" dirty="0" err="1"/>
              <a:t>wired</a:t>
            </a:r>
            <a:r>
              <a:rPr lang="es-MX" sz="1400" dirty="0"/>
              <a:t> </a:t>
            </a:r>
            <a:r>
              <a:rPr lang="es-MX" sz="1400" dirty="0" err="1"/>
              <a:t>together</a:t>
            </a:r>
            <a:r>
              <a:rPr lang="es-MX" sz="1400" dirty="0"/>
              <a:t>, </a:t>
            </a:r>
            <a:r>
              <a:rPr lang="es-MX" sz="1400" dirty="0" err="1"/>
              <a:t>based</a:t>
            </a:r>
            <a:r>
              <a:rPr lang="es-MX" sz="1400" dirty="0"/>
              <a:t> on </a:t>
            </a:r>
            <a:r>
              <a:rPr lang="es-MX" sz="1400" dirty="0" err="1"/>
              <a:t>entries</a:t>
            </a:r>
            <a:r>
              <a:rPr lang="es-MX" sz="1400" dirty="0"/>
              <a:t> in </a:t>
            </a:r>
            <a:r>
              <a:rPr lang="es-MX" sz="1400" dirty="0" err="1"/>
              <a:t>the</a:t>
            </a:r>
            <a:r>
              <a:rPr lang="es-MX" sz="1400" dirty="0"/>
              <a:t> </a:t>
            </a:r>
            <a:r>
              <a:rPr lang="es-MX" sz="1400" dirty="0" err="1"/>
              <a:t>class-path</a:t>
            </a:r>
            <a:r>
              <a:rPr lang="es-MX" sz="1400" dirty="0"/>
              <a:t>, </a:t>
            </a:r>
            <a:r>
              <a:rPr lang="es-MX" sz="1400" dirty="0" err="1"/>
              <a:t>environment</a:t>
            </a:r>
            <a:r>
              <a:rPr lang="es-MX" sz="1400" dirty="0"/>
              <a:t> variables, and </a:t>
            </a:r>
            <a:r>
              <a:rPr lang="es-MX" sz="1400" dirty="0" err="1"/>
              <a:t>other</a:t>
            </a:r>
            <a:r>
              <a:rPr lang="es-MX" sz="1400" dirty="0"/>
              <a:t> </a:t>
            </a:r>
            <a:r>
              <a:rPr lang="es-MX" sz="1400" dirty="0" err="1"/>
              <a:t>factors</a:t>
            </a:r>
            <a:r>
              <a:rPr lang="es-MX" sz="1400" dirty="0"/>
              <a:t>. </a:t>
            </a:r>
            <a:br>
              <a:rPr lang="es-MX" sz="1400" dirty="0"/>
            </a:br>
            <a:br>
              <a:rPr lang="es-MX" sz="1400" dirty="0"/>
            </a:br>
            <a:r>
              <a:rPr lang="es-MX" sz="1400" dirty="0"/>
              <a:t>Spring </a:t>
            </a:r>
            <a:r>
              <a:rPr lang="es-MX" sz="1400" dirty="0" err="1"/>
              <a:t>Boot</a:t>
            </a:r>
            <a:r>
              <a:rPr lang="es-MX" sz="1400" dirty="0"/>
              <a:t> </a:t>
            </a:r>
            <a:r>
              <a:rPr lang="es-MX" sz="1400" dirty="0" err="1"/>
              <a:t>autoconfiguration</a:t>
            </a:r>
            <a:r>
              <a:rPr lang="es-MX" sz="1400" dirty="0"/>
              <a:t> has </a:t>
            </a:r>
            <a:r>
              <a:rPr lang="es-MX" sz="1400" dirty="0" err="1"/>
              <a:t>dramatically</a:t>
            </a:r>
            <a:r>
              <a:rPr lang="es-MX" sz="1400" dirty="0"/>
              <a:t> reduce </a:t>
            </a:r>
            <a:r>
              <a:rPr lang="es-MX" sz="1400" dirty="0" err="1"/>
              <a:t>the</a:t>
            </a:r>
            <a:r>
              <a:rPr lang="es-MX" sz="1400" dirty="0"/>
              <a:t> </a:t>
            </a:r>
            <a:r>
              <a:rPr lang="es-MX" sz="1400" dirty="0" err="1"/>
              <a:t>amount</a:t>
            </a:r>
            <a:r>
              <a:rPr lang="es-MX" sz="1400" dirty="0"/>
              <a:t> </a:t>
            </a:r>
            <a:r>
              <a:rPr lang="es-MX" sz="1400" dirty="0" err="1"/>
              <a:t>of</a:t>
            </a:r>
            <a:r>
              <a:rPr lang="es-MX" sz="1400" dirty="0"/>
              <a:t> </a:t>
            </a:r>
            <a:r>
              <a:rPr lang="es-MX" sz="1400" dirty="0" err="1"/>
              <a:t>explicit</a:t>
            </a:r>
            <a:r>
              <a:rPr lang="es-MX" sz="1400" dirty="0"/>
              <a:t> </a:t>
            </a:r>
            <a:r>
              <a:rPr lang="es-MX" sz="1400" dirty="0" err="1"/>
              <a:t>configuration</a:t>
            </a:r>
            <a:r>
              <a:rPr lang="es-MX" sz="1400" dirty="0"/>
              <a:t> (</a:t>
            </a:r>
            <a:r>
              <a:rPr lang="es-MX" sz="1400" dirty="0" err="1"/>
              <a:t>whether</a:t>
            </a:r>
            <a:r>
              <a:rPr lang="es-MX" sz="1400" dirty="0"/>
              <a:t> </a:t>
            </a:r>
            <a:r>
              <a:rPr lang="es-MX" sz="1400" dirty="0" err="1"/>
              <a:t>with</a:t>
            </a:r>
            <a:r>
              <a:rPr lang="es-MX" sz="1400" dirty="0"/>
              <a:t> XML </a:t>
            </a:r>
            <a:r>
              <a:rPr lang="es-MX" sz="1400" dirty="0" err="1"/>
              <a:t>or</a:t>
            </a:r>
            <a:r>
              <a:rPr lang="es-MX" sz="1400" dirty="0"/>
              <a:t> JAVA) </a:t>
            </a:r>
            <a:r>
              <a:rPr lang="es-MX" sz="1400" dirty="0" err="1"/>
              <a:t>required</a:t>
            </a:r>
            <a:r>
              <a:rPr lang="es-MX" sz="1400" dirty="0"/>
              <a:t> to Build an Application. In </a:t>
            </a:r>
            <a:r>
              <a:rPr lang="es-MX" sz="1400" dirty="0" err="1"/>
              <a:t>fact</a:t>
            </a:r>
            <a:r>
              <a:rPr lang="es-MX" sz="1400" dirty="0"/>
              <a:t>, </a:t>
            </a:r>
            <a:r>
              <a:rPr lang="es-MX" sz="1400" dirty="0" err="1"/>
              <a:t>by</a:t>
            </a:r>
            <a:r>
              <a:rPr lang="es-MX" sz="1400" dirty="0"/>
              <a:t> </a:t>
            </a:r>
            <a:r>
              <a:rPr lang="es-MX" sz="1400" dirty="0" err="1"/>
              <a:t>the</a:t>
            </a:r>
            <a:r>
              <a:rPr lang="es-MX" sz="1400" dirty="0"/>
              <a:t> time </a:t>
            </a:r>
            <a:r>
              <a:rPr lang="es-MX" sz="1400" dirty="0" err="1"/>
              <a:t>you</a:t>
            </a:r>
            <a:r>
              <a:rPr lang="es-MX" sz="1400" dirty="0"/>
              <a:t> </a:t>
            </a:r>
            <a:r>
              <a:rPr lang="es-MX" sz="1400" dirty="0" err="1"/>
              <a:t>finish</a:t>
            </a:r>
            <a:r>
              <a:rPr lang="es-MX" sz="1400" dirty="0"/>
              <a:t> </a:t>
            </a:r>
            <a:r>
              <a:rPr lang="es-MX" sz="1400" dirty="0" err="1"/>
              <a:t>the</a:t>
            </a:r>
            <a:r>
              <a:rPr lang="es-MX" sz="1400" dirty="0"/>
              <a:t> </a:t>
            </a:r>
            <a:r>
              <a:rPr lang="es-MX" sz="1400" dirty="0" err="1"/>
              <a:t>example</a:t>
            </a:r>
            <a:r>
              <a:rPr lang="es-MX" sz="1400" dirty="0"/>
              <a:t> in </a:t>
            </a:r>
            <a:r>
              <a:rPr lang="es-MX" sz="1400" dirty="0" err="1"/>
              <a:t>this</a:t>
            </a:r>
            <a:r>
              <a:rPr lang="es-MX" sz="1400" dirty="0"/>
              <a:t> </a:t>
            </a:r>
            <a:r>
              <a:rPr lang="es-MX" sz="1400" dirty="0" err="1"/>
              <a:t>chapter</a:t>
            </a:r>
            <a:r>
              <a:rPr lang="es-MX" sz="1400" dirty="0"/>
              <a:t>, </a:t>
            </a:r>
            <a:r>
              <a:rPr lang="es-MX" sz="1400" dirty="0" err="1"/>
              <a:t>you’ll</a:t>
            </a:r>
            <a:r>
              <a:rPr lang="es-MX" sz="1400" dirty="0"/>
              <a:t> </a:t>
            </a:r>
            <a:r>
              <a:rPr lang="es-MX" sz="1400" dirty="0" err="1"/>
              <a:t>have</a:t>
            </a:r>
            <a:r>
              <a:rPr lang="es-MX" sz="1400" dirty="0"/>
              <a:t> a </a:t>
            </a:r>
            <a:r>
              <a:rPr lang="es-MX" sz="1400" dirty="0" err="1"/>
              <a:t>working</a:t>
            </a:r>
            <a:r>
              <a:rPr lang="es-MX" sz="1400" dirty="0"/>
              <a:t> Spring Application </a:t>
            </a:r>
            <a:r>
              <a:rPr lang="es-MX" sz="1400" dirty="0" err="1"/>
              <a:t>that</a:t>
            </a:r>
            <a:r>
              <a:rPr lang="es-MX" sz="1400" dirty="0"/>
              <a:t> has Only a single line </a:t>
            </a:r>
            <a:r>
              <a:rPr lang="es-MX" sz="1400" dirty="0" err="1"/>
              <a:t>of</a:t>
            </a:r>
            <a:r>
              <a:rPr lang="es-MX" sz="1400" dirty="0"/>
              <a:t> Spring </a:t>
            </a:r>
            <a:r>
              <a:rPr lang="es-MX" sz="1400" dirty="0" err="1"/>
              <a:t>configuration</a:t>
            </a:r>
            <a:r>
              <a:rPr lang="es-MX" sz="1400" dirty="0"/>
              <a:t> </a:t>
            </a:r>
            <a:r>
              <a:rPr lang="es-MX" sz="1400" dirty="0" err="1"/>
              <a:t>code</a:t>
            </a:r>
            <a:r>
              <a:rPr lang="es-MX" sz="1400" dirty="0"/>
              <a:t> !</a:t>
            </a:r>
            <a:br>
              <a:rPr lang="es-MX" sz="1400" dirty="0"/>
            </a:br>
            <a:endParaRPr lang="es-MX" sz="1400" dirty="0"/>
          </a:p>
        </p:txBody>
      </p:sp>
      <p:sp>
        <p:nvSpPr>
          <p:cNvPr id="8" name="Marcador de texto 2">
            <a:extLst>
              <a:ext uri="{FF2B5EF4-FFF2-40B4-BE49-F238E27FC236}">
                <a16:creationId xmlns:a16="http://schemas.microsoft.com/office/drawing/2014/main" id="{363206FF-192A-5771-0EA6-DAB28AED4003}"/>
              </a:ext>
            </a:extLst>
          </p:cNvPr>
          <p:cNvSpPr>
            <a:spLocks noGrp="1"/>
          </p:cNvSpPr>
          <p:nvPr>
            <p:ph type="body" sz="quarter" idx="13"/>
          </p:nvPr>
        </p:nvSpPr>
        <p:spPr>
          <a:xfrm>
            <a:off x="371475" y="457200"/>
            <a:ext cx="7315200" cy="560237"/>
          </a:xfrm>
        </p:spPr>
        <p:txBody>
          <a:bodyPr/>
          <a:lstStyle/>
          <a:p>
            <a:r>
              <a:rPr lang="es-MX" sz="2400" dirty="0" err="1"/>
              <a:t>Autowiring</a:t>
            </a:r>
            <a:r>
              <a:rPr lang="es-MX" sz="2400" dirty="0"/>
              <a:t> and </a:t>
            </a:r>
            <a:r>
              <a:rPr lang="es-MX" sz="2400" dirty="0" err="1"/>
              <a:t>component</a:t>
            </a:r>
            <a:r>
              <a:rPr lang="es-MX" sz="2400" dirty="0"/>
              <a:t> </a:t>
            </a:r>
            <a:r>
              <a:rPr lang="es-MX" sz="2400" dirty="0" err="1"/>
              <a:t>scanning</a:t>
            </a:r>
            <a:r>
              <a:rPr lang="es-MX" sz="2400" dirty="0"/>
              <a:t> </a:t>
            </a:r>
          </a:p>
          <a:p>
            <a:endParaRPr lang="es-MX" dirty="0"/>
          </a:p>
        </p:txBody>
      </p:sp>
    </p:spTree>
    <p:extLst>
      <p:ext uri="{BB962C8B-B14F-4D97-AF65-F5344CB8AC3E}">
        <p14:creationId xmlns:p14="http://schemas.microsoft.com/office/powerpoint/2010/main" val="176258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8BFCF-D5ED-141A-DB6C-E254FA131F0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F195E675-5E64-BF5A-FCBB-81C94188596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F23B15BA-F219-D257-31BE-FBD5658FA28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13</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9E302629-75E8-78B3-D940-AD2434074A77}"/>
              </a:ext>
            </a:extLst>
          </p:cNvPr>
          <p:cNvSpPr>
            <a:spLocks noGrp="1"/>
          </p:cNvSpPr>
          <p:nvPr>
            <p:ph type="title"/>
          </p:nvPr>
        </p:nvSpPr>
        <p:spPr>
          <a:xfrm>
            <a:off x="371475" y="1056643"/>
            <a:ext cx="7315200" cy="4443342"/>
          </a:xfrm>
        </p:spPr>
        <p:txBody>
          <a:bodyPr/>
          <a:lstStyle/>
          <a:p>
            <a:br>
              <a:rPr lang="es-MX" sz="1400" dirty="0"/>
            </a:br>
            <a:br>
              <a:rPr lang="es-MX" sz="1400" dirty="0"/>
            </a:br>
            <a:endParaRPr lang="es-MX" sz="1400" dirty="0"/>
          </a:p>
        </p:txBody>
      </p:sp>
      <p:sp>
        <p:nvSpPr>
          <p:cNvPr id="8" name="Marcador de texto 2">
            <a:extLst>
              <a:ext uri="{FF2B5EF4-FFF2-40B4-BE49-F238E27FC236}">
                <a16:creationId xmlns:a16="http://schemas.microsoft.com/office/drawing/2014/main" id="{CA8CCFBA-0BBF-DCA2-4E50-5591E8CD0853}"/>
              </a:ext>
            </a:extLst>
          </p:cNvPr>
          <p:cNvSpPr>
            <a:spLocks noGrp="1"/>
          </p:cNvSpPr>
          <p:nvPr>
            <p:ph type="body" sz="quarter" idx="13"/>
          </p:nvPr>
        </p:nvSpPr>
        <p:spPr>
          <a:xfrm>
            <a:off x="371475" y="457200"/>
            <a:ext cx="7315200" cy="560237"/>
          </a:xfrm>
        </p:spPr>
        <p:txBody>
          <a:bodyPr/>
          <a:lstStyle/>
          <a:p>
            <a:r>
              <a:rPr lang="es-MX" sz="2400" dirty="0" err="1"/>
              <a:t>Initialize</a:t>
            </a:r>
            <a:r>
              <a:rPr lang="es-MX" sz="2400" dirty="0"/>
              <a:t> </a:t>
            </a:r>
            <a:r>
              <a:rPr lang="es-MX" sz="2400" dirty="0" err="1"/>
              <a:t>the</a:t>
            </a:r>
            <a:r>
              <a:rPr lang="es-MX" sz="2400" dirty="0"/>
              <a:t> app </a:t>
            </a:r>
            <a:r>
              <a:rPr lang="es-MX" sz="2400" dirty="0" err="1"/>
              <a:t>with</a:t>
            </a:r>
            <a:r>
              <a:rPr lang="es-MX" sz="2400" dirty="0"/>
              <a:t> </a:t>
            </a:r>
            <a:r>
              <a:rPr lang="es-MX" sz="2400" dirty="0" err="1"/>
              <a:t>the</a:t>
            </a:r>
            <a:r>
              <a:rPr lang="es-MX" sz="2400" dirty="0"/>
              <a:t> </a:t>
            </a:r>
            <a:r>
              <a:rPr lang="es-MX" sz="2400" dirty="0" err="1"/>
              <a:t>components</a:t>
            </a:r>
            <a:r>
              <a:rPr lang="es-MX" sz="2400" dirty="0"/>
              <a:t> </a:t>
            </a:r>
          </a:p>
          <a:p>
            <a:endParaRPr lang="es-MX" dirty="0"/>
          </a:p>
        </p:txBody>
      </p:sp>
      <p:pic>
        <p:nvPicPr>
          <p:cNvPr id="3" name="Imagen 2">
            <a:extLst>
              <a:ext uri="{FF2B5EF4-FFF2-40B4-BE49-F238E27FC236}">
                <a16:creationId xmlns:a16="http://schemas.microsoft.com/office/drawing/2014/main" id="{18028A30-69AA-596D-3FFE-52A54C048238}"/>
              </a:ext>
            </a:extLst>
          </p:cNvPr>
          <p:cNvPicPr>
            <a:picLocks noChangeAspect="1"/>
          </p:cNvPicPr>
          <p:nvPr/>
        </p:nvPicPr>
        <p:blipFill>
          <a:blip r:embed="rId2"/>
          <a:stretch>
            <a:fillRect/>
          </a:stretch>
        </p:blipFill>
        <p:spPr>
          <a:xfrm>
            <a:off x="152400" y="989463"/>
            <a:ext cx="12192000" cy="5868537"/>
          </a:xfrm>
          <a:prstGeom prst="rect">
            <a:avLst/>
          </a:prstGeom>
        </p:spPr>
      </p:pic>
      <p:sp>
        <p:nvSpPr>
          <p:cNvPr id="9" name="Rectángulo 8">
            <a:extLst>
              <a:ext uri="{FF2B5EF4-FFF2-40B4-BE49-F238E27FC236}">
                <a16:creationId xmlns:a16="http://schemas.microsoft.com/office/drawing/2014/main" id="{EC866C68-5617-DAA2-37D8-9293C441F2AE}"/>
              </a:ext>
            </a:extLst>
          </p:cNvPr>
          <p:cNvSpPr/>
          <p:nvPr/>
        </p:nvSpPr>
        <p:spPr>
          <a:xfrm>
            <a:off x="9274629" y="2108718"/>
            <a:ext cx="2435289" cy="578498"/>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spTree>
    <p:extLst>
      <p:ext uri="{BB962C8B-B14F-4D97-AF65-F5344CB8AC3E}">
        <p14:creationId xmlns:p14="http://schemas.microsoft.com/office/powerpoint/2010/main" val="401119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958D3-FB95-59B5-4923-CF77D57A2164}"/>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7BBEF06C-17F6-80A9-E174-E3AB65AFADE2}"/>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9D5EC1C3-E8E7-7572-B512-280696FDDECC}"/>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14</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EDD9EDF7-2745-A290-A81F-668D60EB302D}"/>
              </a:ext>
            </a:extLst>
          </p:cNvPr>
          <p:cNvSpPr>
            <a:spLocks noGrp="1"/>
          </p:cNvSpPr>
          <p:nvPr>
            <p:ph type="title"/>
          </p:nvPr>
        </p:nvSpPr>
        <p:spPr>
          <a:xfrm>
            <a:off x="371475" y="1056643"/>
            <a:ext cx="7315200" cy="4443342"/>
          </a:xfrm>
        </p:spPr>
        <p:txBody>
          <a:bodyPr/>
          <a:lstStyle/>
          <a:p>
            <a:br>
              <a:rPr lang="es-MX" sz="1400" dirty="0"/>
            </a:br>
            <a:br>
              <a:rPr lang="es-MX" sz="1400" dirty="0"/>
            </a:br>
            <a:endParaRPr lang="es-MX" sz="1400" dirty="0"/>
          </a:p>
        </p:txBody>
      </p:sp>
      <p:sp>
        <p:nvSpPr>
          <p:cNvPr id="8" name="Marcador de texto 2">
            <a:extLst>
              <a:ext uri="{FF2B5EF4-FFF2-40B4-BE49-F238E27FC236}">
                <a16:creationId xmlns:a16="http://schemas.microsoft.com/office/drawing/2014/main" id="{9171BF35-4EE1-62CF-6919-D190BD7ED66B}"/>
              </a:ext>
            </a:extLst>
          </p:cNvPr>
          <p:cNvSpPr>
            <a:spLocks noGrp="1"/>
          </p:cNvSpPr>
          <p:nvPr>
            <p:ph type="body" sz="quarter" idx="13"/>
          </p:nvPr>
        </p:nvSpPr>
        <p:spPr>
          <a:xfrm>
            <a:off x="371475" y="457200"/>
            <a:ext cx="7315200" cy="560237"/>
          </a:xfrm>
        </p:spPr>
        <p:txBody>
          <a:bodyPr/>
          <a:lstStyle/>
          <a:p>
            <a:r>
              <a:rPr lang="es-MX" sz="2400" dirty="0" err="1"/>
              <a:t>Initialize</a:t>
            </a:r>
            <a:r>
              <a:rPr lang="es-MX" sz="2400" dirty="0"/>
              <a:t> </a:t>
            </a:r>
            <a:r>
              <a:rPr lang="es-MX" sz="2400" dirty="0" err="1"/>
              <a:t>the</a:t>
            </a:r>
            <a:r>
              <a:rPr lang="es-MX" sz="2400" dirty="0"/>
              <a:t> app </a:t>
            </a:r>
            <a:r>
              <a:rPr lang="es-MX" sz="2400" dirty="0" err="1"/>
              <a:t>with</a:t>
            </a:r>
            <a:r>
              <a:rPr lang="es-MX" sz="2400" dirty="0"/>
              <a:t> </a:t>
            </a:r>
            <a:r>
              <a:rPr lang="es-MX" sz="2400" dirty="0" err="1"/>
              <a:t>the</a:t>
            </a:r>
            <a:r>
              <a:rPr lang="es-MX" sz="2400" dirty="0"/>
              <a:t> </a:t>
            </a:r>
            <a:r>
              <a:rPr lang="es-MX" sz="2400" dirty="0" err="1"/>
              <a:t>components</a:t>
            </a:r>
            <a:r>
              <a:rPr lang="es-MX" sz="2400" dirty="0"/>
              <a:t> </a:t>
            </a:r>
          </a:p>
          <a:p>
            <a:endParaRPr lang="es-MX" dirty="0"/>
          </a:p>
        </p:txBody>
      </p:sp>
      <p:pic>
        <p:nvPicPr>
          <p:cNvPr id="7" name="Imagen 6">
            <a:extLst>
              <a:ext uri="{FF2B5EF4-FFF2-40B4-BE49-F238E27FC236}">
                <a16:creationId xmlns:a16="http://schemas.microsoft.com/office/drawing/2014/main" id="{23859091-EF2C-50BF-50B9-C6F1C9F17C1B}"/>
              </a:ext>
            </a:extLst>
          </p:cNvPr>
          <p:cNvPicPr>
            <a:picLocks noChangeAspect="1"/>
          </p:cNvPicPr>
          <p:nvPr/>
        </p:nvPicPr>
        <p:blipFill>
          <a:blip r:embed="rId2"/>
          <a:stretch>
            <a:fillRect/>
          </a:stretch>
        </p:blipFill>
        <p:spPr>
          <a:xfrm>
            <a:off x="204516" y="1056643"/>
            <a:ext cx="11782968" cy="6858000"/>
          </a:xfrm>
          <a:prstGeom prst="rect">
            <a:avLst/>
          </a:prstGeom>
        </p:spPr>
      </p:pic>
      <p:sp>
        <p:nvSpPr>
          <p:cNvPr id="10" name="CuadroTexto 9">
            <a:extLst>
              <a:ext uri="{FF2B5EF4-FFF2-40B4-BE49-F238E27FC236}">
                <a16:creationId xmlns:a16="http://schemas.microsoft.com/office/drawing/2014/main" id="{61E48C34-A924-70D8-D99C-FABF4496E4A5}"/>
              </a:ext>
            </a:extLst>
          </p:cNvPr>
          <p:cNvSpPr txBox="1"/>
          <p:nvPr/>
        </p:nvSpPr>
        <p:spPr>
          <a:xfrm>
            <a:off x="6530009" y="480724"/>
            <a:ext cx="4015409" cy="1232452"/>
          </a:xfrm>
          <a:prstGeom prst="rect">
            <a:avLst/>
          </a:prstGeom>
          <a:ln w="34925">
            <a:solidFill>
              <a:srgbClr val="FF0000"/>
            </a:solidFill>
          </a:ln>
        </p:spPr>
        <p:txBody>
          <a:bodyPr vert="horz" wrap="square" lIns="0" tIns="0" rIns="0" bIns="0" rtlCol="0">
            <a:noAutofit/>
          </a:bodyPr>
          <a:lstStyle/>
          <a:p>
            <a:pPr algn="ctr"/>
            <a:r>
              <a:rPr lang="es-MX" dirty="0" err="1"/>
              <a:t>Add</a:t>
            </a:r>
            <a:r>
              <a:rPr lang="es-MX" dirty="0"/>
              <a:t> </a:t>
            </a:r>
            <a:r>
              <a:rPr lang="es-MX" dirty="0" err="1"/>
              <a:t>the</a:t>
            </a:r>
            <a:r>
              <a:rPr lang="es-MX" dirty="0"/>
              <a:t> </a:t>
            </a:r>
            <a:r>
              <a:rPr lang="es-MX" dirty="0" err="1"/>
              <a:t>next</a:t>
            </a:r>
            <a:r>
              <a:rPr lang="es-MX" dirty="0"/>
              <a:t> </a:t>
            </a:r>
            <a:r>
              <a:rPr lang="es-MX" dirty="0" err="1"/>
              <a:t>Dependencies</a:t>
            </a:r>
            <a:r>
              <a:rPr lang="es-MX" dirty="0"/>
              <a:t> </a:t>
            </a:r>
          </a:p>
          <a:p>
            <a:pPr marL="285750" indent="-285750" algn="ctr">
              <a:buFont typeface="Arial" panose="020B0604020202020204" pitchFamily="34" charset="0"/>
              <a:buChar char="•"/>
            </a:pPr>
            <a:r>
              <a:rPr lang="es-MX" dirty="0"/>
              <a:t>Spring </a:t>
            </a:r>
            <a:r>
              <a:rPr lang="es-MX" dirty="0" err="1"/>
              <a:t>Boot</a:t>
            </a:r>
            <a:r>
              <a:rPr lang="es-MX" dirty="0"/>
              <a:t> Dev Tools</a:t>
            </a:r>
          </a:p>
          <a:p>
            <a:pPr marL="285750" indent="-285750" algn="ctr">
              <a:buFont typeface="Arial" panose="020B0604020202020204" pitchFamily="34" charset="0"/>
              <a:buChar char="•"/>
            </a:pPr>
            <a:r>
              <a:rPr lang="es-MX" dirty="0"/>
              <a:t>Spring Web</a:t>
            </a:r>
          </a:p>
          <a:p>
            <a:pPr marL="285750" indent="-285750" algn="ctr">
              <a:buFont typeface="Arial" panose="020B0604020202020204" pitchFamily="34" charset="0"/>
              <a:buChar char="•"/>
            </a:pPr>
            <a:r>
              <a:rPr lang="es-MX" dirty="0" err="1"/>
              <a:t>Thymeleaf</a:t>
            </a:r>
            <a:endParaRPr lang="es-MX" dirty="0"/>
          </a:p>
        </p:txBody>
      </p:sp>
    </p:spTree>
    <p:extLst>
      <p:ext uri="{BB962C8B-B14F-4D97-AF65-F5344CB8AC3E}">
        <p14:creationId xmlns:p14="http://schemas.microsoft.com/office/powerpoint/2010/main" val="3360626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CB5FD-CACE-6F77-BA6E-01A01A2FD98B}"/>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938DE1E-46BD-A680-845E-CF37FCBAE52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176033B9-2B29-DB99-BAC8-23AD5A08E0C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15</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432E1A9E-B4E2-F56B-D4C2-EE3B719AC7F2}"/>
              </a:ext>
            </a:extLst>
          </p:cNvPr>
          <p:cNvSpPr>
            <a:spLocks noGrp="1"/>
          </p:cNvSpPr>
          <p:nvPr>
            <p:ph type="title"/>
          </p:nvPr>
        </p:nvSpPr>
        <p:spPr>
          <a:xfrm>
            <a:off x="371475" y="1056643"/>
            <a:ext cx="7315200" cy="4443342"/>
          </a:xfrm>
        </p:spPr>
        <p:txBody>
          <a:bodyPr/>
          <a:lstStyle/>
          <a:p>
            <a:br>
              <a:rPr lang="es-MX" sz="1400" dirty="0"/>
            </a:br>
            <a:br>
              <a:rPr lang="es-MX" sz="1400" dirty="0"/>
            </a:br>
            <a:endParaRPr lang="es-MX" sz="1400" dirty="0"/>
          </a:p>
        </p:txBody>
      </p:sp>
      <p:sp>
        <p:nvSpPr>
          <p:cNvPr id="8" name="Marcador de texto 2">
            <a:extLst>
              <a:ext uri="{FF2B5EF4-FFF2-40B4-BE49-F238E27FC236}">
                <a16:creationId xmlns:a16="http://schemas.microsoft.com/office/drawing/2014/main" id="{04000E39-584F-630C-02CA-650106E8AB28}"/>
              </a:ext>
            </a:extLst>
          </p:cNvPr>
          <p:cNvSpPr>
            <a:spLocks noGrp="1"/>
          </p:cNvSpPr>
          <p:nvPr>
            <p:ph type="body" sz="quarter" idx="13"/>
          </p:nvPr>
        </p:nvSpPr>
        <p:spPr>
          <a:xfrm>
            <a:off x="371475" y="457200"/>
            <a:ext cx="7315200" cy="560237"/>
          </a:xfrm>
        </p:spPr>
        <p:txBody>
          <a:bodyPr/>
          <a:lstStyle/>
          <a:p>
            <a:r>
              <a:rPr lang="es-MX" sz="2400" dirty="0" err="1"/>
              <a:t>Initialize</a:t>
            </a:r>
            <a:r>
              <a:rPr lang="es-MX" sz="2400" dirty="0"/>
              <a:t> </a:t>
            </a:r>
            <a:r>
              <a:rPr lang="es-MX" sz="2400" dirty="0" err="1"/>
              <a:t>the</a:t>
            </a:r>
            <a:r>
              <a:rPr lang="es-MX" sz="2400" dirty="0"/>
              <a:t> app </a:t>
            </a:r>
            <a:r>
              <a:rPr lang="es-MX" sz="2400" dirty="0" err="1"/>
              <a:t>with</a:t>
            </a:r>
            <a:r>
              <a:rPr lang="es-MX" sz="2400" dirty="0"/>
              <a:t> </a:t>
            </a:r>
            <a:r>
              <a:rPr lang="es-MX" sz="2400" dirty="0" err="1"/>
              <a:t>the</a:t>
            </a:r>
            <a:r>
              <a:rPr lang="es-MX" sz="2400" dirty="0"/>
              <a:t> </a:t>
            </a:r>
            <a:r>
              <a:rPr lang="es-MX" sz="2400" dirty="0" err="1"/>
              <a:t>components</a:t>
            </a:r>
            <a:r>
              <a:rPr lang="es-MX" sz="2400" dirty="0"/>
              <a:t> </a:t>
            </a:r>
          </a:p>
          <a:p>
            <a:endParaRPr lang="es-MX" dirty="0"/>
          </a:p>
        </p:txBody>
      </p:sp>
      <p:pic>
        <p:nvPicPr>
          <p:cNvPr id="3" name="Imagen 2">
            <a:extLst>
              <a:ext uri="{FF2B5EF4-FFF2-40B4-BE49-F238E27FC236}">
                <a16:creationId xmlns:a16="http://schemas.microsoft.com/office/drawing/2014/main" id="{D421218B-26EB-03E7-727C-C55B7F3DB2DF}"/>
              </a:ext>
            </a:extLst>
          </p:cNvPr>
          <p:cNvPicPr>
            <a:picLocks noChangeAspect="1"/>
          </p:cNvPicPr>
          <p:nvPr/>
        </p:nvPicPr>
        <p:blipFill>
          <a:blip r:embed="rId2"/>
          <a:stretch>
            <a:fillRect/>
          </a:stretch>
        </p:blipFill>
        <p:spPr>
          <a:xfrm>
            <a:off x="0" y="943522"/>
            <a:ext cx="12192000" cy="6004625"/>
          </a:xfrm>
          <a:prstGeom prst="rect">
            <a:avLst/>
          </a:prstGeom>
        </p:spPr>
      </p:pic>
    </p:spTree>
    <p:extLst>
      <p:ext uri="{BB962C8B-B14F-4D97-AF65-F5344CB8AC3E}">
        <p14:creationId xmlns:p14="http://schemas.microsoft.com/office/powerpoint/2010/main" val="1632795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886D9-9B81-4029-7102-1156C7689AC9}"/>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D560CBFF-401B-9F62-713D-F08358560AFF}"/>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FD841007-BE28-7BB1-692A-4D7C1E4DCE9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16</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Título 1">
            <a:extLst>
              <a:ext uri="{FF2B5EF4-FFF2-40B4-BE49-F238E27FC236}">
                <a16:creationId xmlns:a16="http://schemas.microsoft.com/office/drawing/2014/main" id="{8EF06D8C-D74A-4FAD-1D8D-C9E5B7F7E1B7}"/>
              </a:ext>
            </a:extLst>
          </p:cNvPr>
          <p:cNvSpPr>
            <a:spLocks noGrp="1"/>
          </p:cNvSpPr>
          <p:nvPr>
            <p:ph type="title"/>
          </p:nvPr>
        </p:nvSpPr>
        <p:spPr>
          <a:xfrm>
            <a:off x="4426640" y="1424391"/>
            <a:ext cx="7315200" cy="4443342"/>
          </a:xfrm>
        </p:spPr>
        <p:txBody>
          <a:bodyPr/>
          <a:lstStyle/>
          <a:p>
            <a:br>
              <a:rPr lang="es-MX" sz="1400" dirty="0"/>
            </a:br>
            <a:r>
              <a:rPr lang="es-MX" sz="1400" dirty="0" err="1"/>
              <a:t>mvn</a:t>
            </a:r>
            <a:r>
              <a:rPr lang="es-MX" sz="1400" dirty="0"/>
              <a:t> and mvn.cmd – </a:t>
            </a:r>
            <a:r>
              <a:rPr lang="es-MX" sz="1400" dirty="0" err="1"/>
              <a:t>These</a:t>
            </a:r>
            <a:r>
              <a:rPr lang="es-MX" sz="1400" dirty="0"/>
              <a:t> are Maven </a:t>
            </a:r>
            <a:r>
              <a:rPr lang="es-MX" sz="1400" dirty="0" err="1"/>
              <a:t>wrapper</a:t>
            </a:r>
            <a:r>
              <a:rPr lang="es-MX" sz="1400" dirty="0"/>
              <a:t> scripts . </a:t>
            </a:r>
            <a:r>
              <a:rPr lang="es-MX" sz="1400" dirty="0" err="1"/>
              <a:t>You</a:t>
            </a:r>
            <a:r>
              <a:rPr lang="es-MX" sz="1400" dirty="0"/>
              <a:t> can use </a:t>
            </a:r>
            <a:r>
              <a:rPr lang="es-MX" sz="1400" dirty="0" err="1"/>
              <a:t>this</a:t>
            </a:r>
            <a:r>
              <a:rPr lang="es-MX" sz="1400" dirty="0"/>
              <a:t> scripts to Build </a:t>
            </a:r>
            <a:r>
              <a:rPr lang="es-MX" sz="1400" dirty="0" err="1"/>
              <a:t>your</a:t>
            </a:r>
            <a:r>
              <a:rPr lang="es-MX" sz="1400" dirty="0"/>
              <a:t> Project, </a:t>
            </a:r>
            <a:r>
              <a:rPr lang="es-MX" sz="1400" dirty="0" err="1"/>
              <a:t>even</a:t>
            </a:r>
            <a:r>
              <a:rPr lang="es-MX" sz="1400" dirty="0"/>
              <a:t> if </a:t>
            </a:r>
            <a:r>
              <a:rPr lang="es-MX" sz="1400" dirty="0" err="1"/>
              <a:t>you</a:t>
            </a:r>
            <a:r>
              <a:rPr lang="es-MX" sz="1400" dirty="0"/>
              <a:t> </a:t>
            </a:r>
            <a:r>
              <a:rPr lang="es-MX" sz="1400" dirty="0" err="1"/>
              <a:t>don’t</a:t>
            </a:r>
            <a:r>
              <a:rPr lang="es-MX" sz="1400" dirty="0"/>
              <a:t> </a:t>
            </a:r>
            <a:r>
              <a:rPr lang="es-MX" sz="1400" dirty="0" err="1"/>
              <a:t>have</a:t>
            </a:r>
            <a:r>
              <a:rPr lang="es-MX" sz="1400" dirty="0"/>
              <a:t> scripts to Build </a:t>
            </a:r>
            <a:r>
              <a:rPr lang="es-MX" sz="1400" dirty="0" err="1"/>
              <a:t>your</a:t>
            </a:r>
            <a:r>
              <a:rPr lang="es-MX" sz="1400" dirty="0"/>
              <a:t> Project, </a:t>
            </a:r>
            <a:r>
              <a:rPr lang="es-MX" sz="1400" dirty="0" err="1"/>
              <a:t>even</a:t>
            </a:r>
            <a:r>
              <a:rPr lang="es-MX" sz="1400" dirty="0"/>
              <a:t> if </a:t>
            </a:r>
            <a:r>
              <a:rPr lang="es-MX" sz="1400" dirty="0" err="1"/>
              <a:t>you</a:t>
            </a:r>
            <a:r>
              <a:rPr lang="es-MX" sz="1400" dirty="0"/>
              <a:t> </a:t>
            </a:r>
            <a:r>
              <a:rPr lang="es-MX" sz="1400" dirty="0" err="1"/>
              <a:t>don’t</a:t>
            </a:r>
            <a:r>
              <a:rPr lang="es-MX" sz="1400" dirty="0"/>
              <a:t> </a:t>
            </a:r>
            <a:r>
              <a:rPr lang="es-MX" sz="1400" dirty="0" err="1"/>
              <a:t>have</a:t>
            </a:r>
            <a:r>
              <a:rPr lang="es-MX" sz="1400" dirty="0"/>
              <a:t> Maven </a:t>
            </a:r>
            <a:r>
              <a:rPr lang="es-MX" sz="1400" dirty="0" err="1"/>
              <a:t>installed</a:t>
            </a:r>
            <a:r>
              <a:rPr lang="es-MX" sz="1400" dirty="0"/>
              <a:t> on </a:t>
            </a:r>
            <a:r>
              <a:rPr lang="es-MX" sz="1400" dirty="0" err="1"/>
              <a:t>your</a:t>
            </a:r>
            <a:r>
              <a:rPr lang="es-MX" sz="1400" dirty="0"/>
              <a:t> machine.</a:t>
            </a:r>
            <a:br>
              <a:rPr lang="es-MX" sz="1400" dirty="0"/>
            </a:br>
            <a:br>
              <a:rPr lang="es-MX" sz="1400" dirty="0"/>
            </a:br>
            <a:r>
              <a:rPr lang="es-MX" sz="1400" dirty="0"/>
              <a:t>Pom.xml – </a:t>
            </a:r>
            <a:r>
              <a:rPr lang="es-MX" sz="1400" dirty="0" err="1"/>
              <a:t>This</a:t>
            </a:r>
            <a:r>
              <a:rPr lang="es-MX" sz="1400" dirty="0"/>
              <a:t> </a:t>
            </a:r>
            <a:r>
              <a:rPr lang="es-MX" sz="1400" dirty="0" err="1"/>
              <a:t>is</a:t>
            </a:r>
            <a:r>
              <a:rPr lang="es-MX" sz="1400" dirty="0"/>
              <a:t> </a:t>
            </a:r>
            <a:r>
              <a:rPr lang="es-MX" sz="1400" dirty="0" err="1"/>
              <a:t>the</a:t>
            </a:r>
            <a:r>
              <a:rPr lang="es-MX" sz="1400" dirty="0"/>
              <a:t> Maven Build </a:t>
            </a:r>
            <a:r>
              <a:rPr lang="es-MX" sz="1400" dirty="0" err="1"/>
              <a:t>specification</a:t>
            </a:r>
            <a:r>
              <a:rPr lang="es-MX" sz="1400" dirty="0"/>
              <a:t>. </a:t>
            </a:r>
            <a:r>
              <a:rPr lang="es-MX" sz="1400" dirty="0" err="1"/>
              <a:t>We´ll</a:t>
            </a:r>
            <a:r>
              <a:rPr lang="es-MX" sz="1400" dirty="0"/>
              <a:t> look </a:t>
            </a:r>
            <a:r>
              <a:rPr lang="es-MX" sz="1400" dirty="0" err="1"/>
              <a:t>deeper</a:t>
            </a:r>
            <a:r>
              <a:rPr lang="es-MX" sz="1400" dirty="0"/>
              <a:t> </a:t>
            </a:r>
            <a:r>
              <a:rPr lang="es-MX" sz="1400" dirty="0" err="1"/>
              <a:t>into</a:t>
            </a:r>
            <a:r>
              <a:rPr lang="es-MX" sz="1400" dirty="0"/>
              <a:t> in </a:t>
            </a:r>
            <a:r>
              <a:rPr lang="es-MX" sz="1400" dirty="0" err="1"/>
              <a:t>the</a:t>
            </a:r>
            <a:r>
              <a:rPr lang="es-MX" sz="1400" dirty="0"/>
              <a:t> </a:t>
            </a:r>
            <a:r>
              <a:rPr lang="es-MX" sz="1400" dirty="0" err="1"/>
              <a:t>next</a:t>
            </a:r>
            <a:r>
              <a:rPr lang="es-MX" sz="1400" dirty="0"/>
              <a:t> </a:t>
            </a:r>
            <a:r>
              <a:rPr lang="es-MX" sz="1400" dirty="0" err="1"/>
              <a:t>slide</a:t>
            </a:r>
            <a:r>
              <a:rPr lang="es-MX" sz="1400" dirty="0"/>
              <a:t> </a:t>
            </a:r>
            <a:br>
              <a:rPr lang="es-MX" sz="1400" dirty="0"/>
            </a:br>
            <a:br>
              <a:rPr lang="es-MX" sz="1400" dirty="0"/>
            </a:br>
            <a:r>
              <a:rPr lang="es-MX" sz="1400" dirty="0"/>
              <a:t>App1Aplication.java – </a:t>
            </a:r>
            <a:r>
              <a:rPr lang="es-MX" sz="1400" dirty="0" err="1"/>
              <a:t>This</a:t>
            </a:r>
            <a:r>
              <a:rPr lang="es-MX" sz="1400" dirty="0"/>
              <a:t> </a:t>
            </a:r>
            <a:r>
              <a:rPr lang="es-MX" sz="1400" dirty="0" err="1"/>
              <a:t>is</a:t>
            </a:r>
            <a:r>
              <a:rPr lang="es-MX" sz="1400" dirty="0"/>
              <a:t> </a:t>
            </a:r>
            <a:r>
              <a:rPr lang="es-MX" sz="1400" dirty="0" err="1"/>
              <a:t>the</a:t>
            </a:r>
            <a:r>
              <a:rPr lang="es-MX" sz="1400" dirty="0"/>
              <a:t> Spring </a:t>
            </a:r>
            <a:r>
              <a:rPr lang="es-MX" sz="1400" dirty="0" err="1"/>
              <a:t>Boot</a:t>
            </a:r>
            <a:r>
              <a:rPr lang="es-MX" sz="1400" dirty="0"/>
              <a:t> </a:t>
            </a:r>
            <a:r>
              <a:rPr lang="es-MX" sz="1400" dirty="0" err="1"/>
              <a:t>main</a:t>
            </a:r>
            <a:r>
              <a:rPr lang="es-MX" sz="1400" dirty="0"/>
              <a:t> </a:t>
            </a:r>
            <a:r>
              <a:rPr lang="es-MX" sz="1400" dirty="0" err="1"/>
              <a:t>classthat</a:t>
            </a:r>
            <a:r>
              <a:rPr lang="es-MX" sz="1400" dirty="0"/>
              <a:t> </a:t>
            </a:r>
            <a:r>
              <a:rPr lang="es-MX" sz="1400" dirty="0" err="1"/>
              <a:t>boot-straps</a:t>
            </a:r>
            <a:r>
              <a:rPr lang="es-MX" sz="1400" dirty="0"/>
              <a:t> </a:t>
            </a:r>
            <a:r>
              <a:rPr lang="es-MX" sz="1400" dirty="0" err="1"/>
              <a:t>the</a:t>
            </a:r>
            <a:r>
              <a:rPr lang="es-MX" sz="1400" dirty="0"/>
              <a:t> Project. </a:t>
            </a:r>
            <a:r>
              <a:rPr lang="es-MX" sz="1400" dirty="0" err="1"/>
              <a:t>We´ll</a:t>
            </a:r>
            <a:r>
              <a:rPr lang="es-MX" sz="1400" dirty="0"/>
              <a:t> </a:t>
            </a:r>
            <a:r>
              <a:rPr lang="es-MX" sz="1400" dirty="0" err="1"/>
              <a:t>take</a:t>
            </a:r>
            <a:r>
              <a:rPr lang="es-MX" sz="1400" dirty="0"/>
              <a:t> a </a:t>
            </a:r>
            <a:r>
              <a:rPr lang="es-MX" sz="1400" dirty="0" err="1"/>
              <a:t>closer</a:t>
            </a:r>
            <a:r>
              <a:rPr lang="es-MX" sz="1400" dirty="0"/>
              <a:t> look at </a:t>
            </a:r>
            <a:r>
              <a:rPr lang="es-MX" sz="1400" dirty="0" err="1"/>
              <a:t>this</a:t>
            </a:r>
            <a:r>
              <a:rPr lang="es-MX" sz="1400" dirty="0"/>
              <a:t> case in </a:t>
            </a:r>
            <a:r>
              <a:rPr lang="es-MX" sz="1400" dirty="0" err="1"/>
              <a:t>the</a:t>
            </a:r>
            <a:r>
              <a:rPr lang="es-MX" sz="1400" dirty="0"/>
              <a:t> </a:t>
            </a:r>
            <a:r>
              <a:rPr lang="es-MX" sz="1400" dirty="0" err="1"/>
              <a:t>next</a:t>
            </a:r>
            <a:r>
              <a:rPr lang="es-MX" sz="1400" dirty="0"/>
              <a:t> </a:t>
            </a:r>
            <a:r>
              <a:rPr lang="es-MX" sz="1400" dirty="0" err="1"/>
              <a:t>slides</a:t>
            </a:r>
            <a:r>
              <a:rPr lang="es-MX" sz="1400" dirty="0"/>
              <a:t> </a:t>
            </a:r>
            <a:br>
              <a:rPr lang="es-MX" sz="1400" dirty="0"/>
            </a:br>
            <a:br>
              <a:rPr lang="es-MX" sz="1400" dirty="0"/>
            </a:br>
            <a:r>
              <a:rPr lang="es-MX" sz="1400" dirty="0" err="1"/>
              <a:t>Application.properties</a:t>
            </a:r>
            <a:r>
              <a:rPr lang="es-MX" sz="1400" dirty="0"/>
              <a:t> –</a:t>
            </a:r>
            <a:r>
              <a:rPr lang="es-MX" sz="1400" dirty="0" err="1"/>
              <a:t>This</a:t>
            </a:r>
            <a:r>
              <a:rPr lang="es-MX" sz="1400" dirty="0"/>
              <a:t> file </a:t>
            </a:r>
            <a:r>
              <a:rPr lang="es-MX" sz="1400" dirty="0" err="1"/>
              <a:t>is</a:t>
            </a:r>
            <a:r>
              <a:rPr lang="es-MX" sz="1400" dirty="0"/>
              <a:t> </a:t>
            </a:r>
            <a:r>
              <a:rPr lang="es-MX" sz="1400" dirty="0" err="1"/>
              <a:t>initially</a:t>
            </a:r>
            <a:r>
              <a:rPr lang="es-MX" sz="1400" dirty="0"/>
              <a:t> </a:t>
            </a:r>
            <a:r>
              <a:rPr lang="es-MX" sz="1400" dirty="0" err="1"/>
              <a:t>empty</a:t>
            </a:r>
            <a:r>
              <a:rPr lang="es-MX" sz="1400" dirty="0"/>
              <a:t> </a:t>
            </a:r>
            <a:r>
              <a:rPr lang="es-MX" sz="1400" dirty="0" err="1"/>
              <a:t>but</a:t>
            </a:r>
            <a:r>
              <a:rPr lang="es-MX" sz="1400" dirty="0"/>
              <a:t> </a:t>
            </a:r>
            <a:r>
              <a:rPr lang="es-MX" sz="1400" dirty="0" err="1"/>
              <a:t>offers</a:t>
            </a:r>
            <a:r>
              <a:rPr lang="es-MX" sz="1400" dirty="0"/>
              <a:t> a place </a:t>
            </a:r>
            <a:r>
              <a:rPr lang="es-MX" sz="1400" dirty="0" err="1"/>
              <a:t>where</a:t>
            </a:r>
            <a:r>
              <a:rPr lang="es-MX" sz="1400" dirty="0"/>
              <a:t> </a:t>
            </a:r>
            <a:r>
              <a:rPr lang="es-MX" sz="1400" dirty="0" err="1"/>
              <a:t>you</a:t>
            </a:r>
            <a:r>
              <a:rPr lang="es-MX" sz="1400" dirty="0"/>
              <a:t> can </a:t>
            </a:r>
            <a:r>
              <a:rPr lang="es-MX" sz="1400" dirty="0" err="1"/>
              <a:t>specify</a:t>
            </a:r>
            <a:r>
              <a:rPr lang="es-MX" sz="1400" dirty="0"/>
              <a:t> </a:t>
            </a:r>
            <a:r>
              <a:rPr lang="es-MX" sz="1400" dirty="0" err="1"/>
              <a:t>configuration</a:t>
            </a:r>
            <a:r>
              <a:rPr lang="es-MX" sz="1400" dirty="0"/>
              <a:t> properties. </a:t>
            </a:r>
            <a:r>
              <a:rPr lang="es-MX" sz="1400" dirty="0" err="1"/>
              <a:t>We´ll</a:t>
            </a:r>
            <a:r>
              <a:rPr lang="es-MX" sz="1400" dirty="0"/>
              <a:t> </a:t>
            </a:r>
            <a:r>
              <a:rPr lang="es-MX" sz="1400" dirty="0" err="1"/>
              <a:t>tinker</a:t>
            </a:r>
            <a:r>
              <a:rPr lang="es-MX" sz="1400" dirty="0"/>
              <a:t> </a:t>
            </a:r>
            <a:r>
              <a:rPr lang="es-MX" sz="1400" dirty="0" err="1"/>
              <a:t>with</a:t>
            </a:r>
            <a:r>
              <a:rPr lang="es-MX" sz="1400" dirty="0"/>
              <a:t> </a:t>
            </a:r>
            <a:r>
              <a:rPr lang="es-MX" sz="1400" dirty="0" err="1"/>
              <a:t>this</a:t>
            </a:r>
            <a:r>
              <a:rPr lang="es-MX" sz="1400" dirty="0"/>
              <a:t> file more forward, </a:t>
            </a:r>
            <a:r>
              <a:rPr lang="es-MX" sz="1400" dirty="0" err="1"/>
              <a:t>but</a:t>
            </a:r>
            <a:r>
              <a:rPr lang="es-MX" sz="1400" dirty="0"/>
              <a:t> </a:t>
            </a:r>
            <a:r>
              <a:rPr lang="es-MX" sz="1400" dirty="0" err="1"/>
              <a:t>i´ll</a:t>
            </a:r>
            <a:r>
              <a:rPr lang="es-MX" sz="1400" dirty="0"/>
              <a:t> postpone a </a:t>
            </a:r>
            <a:r>
              <a:rPr lang="es-MX" sz="1400" dirty="0" err="1"/>
              <a:t>detailed</a:t>
            </a:r>
            <a:r>
              <a:rPr lang="es-MX" sz="1400" dirty="0"/>
              <a:t> Explanation </a:t>
            </a:r>
            <a:r>
              <a:rPr lang="es-MX" sz="1400" dirty="0" err="1"/>
              <a:t>of</a:t>
            </a:r>
            <a:r>
              <a:rPr lang="es-MX" sz="1400" dirty="0"/>
              <a:t> </a:t>
            </a:r>
            <a:r>
              <a:rPr lang="es-MX" sz="1400" dirty="0" err="1"/>
              <a:t>configuration</a:t>
            </a:r>
            <a:r>
              <a:rPr lang="es-MX" sz="1400" dirty="0"/>
              <a:t> properties. </a:t>
            </a:r>
            <a:br>
              <a:rPr lang="es-MX" sz="1400" dirty="0"/>
            </a:br>
            <a:br>
              <a:rPr lang="es-MX" sz="1400" dirty="0"/>
            </a:br>
            <a:r>
              <a:rPr lang="es-MX" sz="1400" dirty="0" err="1"/>
              <a:t>Statis</a:t>
            </a:r>
            <a:r>
              <a:rPr lang="es-MX" sz="1400" dirty="0"/>
              <a:t> –</a:t>
            </a:r>
            <a:r>
              <a:rPr lang="es-MX" sz="1400" dirty="0" err="1"/>
              <a:t>This</a:t>
            </a:r>
            <a:r>
              <a:rPr lang="es-MX" sz="1400" dirty="0"/>
              <a:t> folder </a:t>
            </a:r>
            <a:r>
              <a:rPr lang="es-MX" sz="1400" dirty="0" err="1"/>
              <a:t>is</a:t>
            </a:r>
            <a:r>
              <a:rPr lang="es-MX" sz="1400" dirty="0"/>
              <a:t> </a:t>
            </a:r>
            <a:r>
              <a:rPr lang="es-MX" sz="1400" dirty="0" err="1"/>
              <a:t>where</a:t>
            </a:r>
            <a:r>
              <a:rPr lang="es-MX" sz="1400" dirty="0"/>
              <a:t> </a:t>
            </a:r>
            <a:r>
              <a:rPr lang="es-MX" sz="1400" dirty="0" err="1"/>
              <a:t>you</a:t>
            </a:r>
            <a:r>
              <a:rPr lang="es-MX" sz="1400" dirty="0"/>
              <a:t> can place </a:t>
            </a:r>
            <a:r>
              <a:rPr lang="es-MX" sz="1400" dirty="0" err="1"/>
              <a:t>any</a:t>
            </a:r>
            <a:r>
              <a:rPr lang="es-MX" sz="1400" dirty="0"/>
              <a:t> </a:t>
            </a:r>
            <a:r>
              <a:rPr lang="es-MX" sz="1400" dirty="0" err="1"/>
              <a:t>static</a:t>
            </a:r>
            <a:r>
              <a:rPr lang="es-MX" sz="1400" dirty="0"/>
              <a:t> content (</a:t>
            </a:r>
            <a:r>
              <a:rPr lang="es-MX" sz="1400" dirty="0" err="1"/>
              <a:t>images</a:t>
            </a:r>
            <a:r>
              <a:rPr lang="es-MX" sz="1400" dirty="0"/>
              <a:t>, </a:t>
            </a:r>
            <a:r>
              <a:rPr lang="es-MX" sz="1400" dirty="0" err="1"/>
              <a:t>stylessheets</a:t>
            </a:r>
            <a:r>
              <a:rPr lang="es-MX" sz="1400" dirty="0"/>
              <a:t>, JavaScript, and so </a:t>
            </a:r>
            <a:r>
              <a:rPr lang="es-MX" sz="1400" dirty="0" err="1"/>
              <a:t>forth</a:t>
            </a:r>
            <a:r>
              <a:rPr lang="es-MX" sz="1400" dirty="0"/>
              <a:t>) </a:t>
            </a:r>
            <a:r>
              <a:rPr lang="es-MX" sz="1400" dirty="0" err="1"/>
              <a:t>that</a:t>
            </a:r>
            <a:r>
              <a:rPr lang="es-MX" sz="1400" dirty="0"/>
              <a:t> </a:t>
            </a:r>
            <a:r>
              <a:rPr lang="es-MX" sz="1400" dirty="0" err="1"/>
              <a:t>you</a:t>
            </a:r>
            <a:r>
              <a:rPr lang="es-MX" sz="1400" dirty="0"/>
              <a:t> </a:t>
            </a:r>
            <a:r>
              <a:rPr lang="es-MX" sz="1400" dirty="0" err="1"/>
              <a:t>want</a:t>
            </a:r>
            <a:r>
              <a:rPr lang="es-MX" sz="1400" dirty="0"/>
              <a:t> to serve to </a:t>
            </a:r>
            <a:r>
              <a:rPr lang="es-MX" sz="1400" dirty="0" err="1"/>
              <a:t>the</a:t>
            </a:r>
            <a:r>
              <a:rPr lang="es-MX" sz="1400" dirty="0"/>
              <a:t> browser. </a:t>
            </a:r>
            <a:r>
              <a:rPr lang="es-MX" sz="1400" dirty="0" err="1"/>
              <a:t>It’s</a:t>
            </a:r>
            <a:r>
              <a:rPr lang="es-MX" sz="1400" dirty="0"/>
              <a:t> </a:t>
            </a:r>
            <a:r>
              <a:rPr lang="es-MX" sz="1400" dirty="0" err="1"/>
              <a:t>initially</a:t>
            </a:r>
            <a:r>
              <a:rPr lang="es-MX" sz="1400" dirty="0"/>
              <a:t> </a:t>
            </a:r>
            <a:r>
              <a:rPr lang="es-MX" sz="1400" dirty="0" err="1"/>
              <a:t>empty</a:t>
            </a:r>
            <a:r>
              <a:rPr lang="es-MX" sz="1400" dirty="0"/>
              <a:t>.</a:t>
            </a:r>
            <a:br>
              <a:rPr lang="es-MX" sz="1400" dirty="0"/>
            </a:br>
            <a:br>
              <a:rPr lang="es-MX" sz="1400" dirty="0"/>
            </a:br>
            <a:r>
              <a:rPr lang="es-MX" sz="1400" dirty="0"/>
              <a:t>Templates – </a:t>
            </a:r>
            <a:r>
              <a:rPr lang="es-MX" sz="1400" dirty="0" err="1"/>
              <a:t>This</a:t>
            </a:r>
            <a:r>
              <a:rPr lang="es-MX" sz="1400" dirty="0"/>
              <a:t> folder </a:t>
            </a:r>
            <a:r>
              <a:rPr lang="es-MX" sz="1400" dirty="0" err="1"/>
              <a:t>is</a:t>
            </a:r>
            <a:r>
              <a:rPr lang="es-MX" sz="1400" dirty="0"/>
              <a:t> </a:t>
            </a:r>
            <a:r>
              <a:rPr lang="es-MX" sz="1400" dirty="0" err="1"/>
              <a:t>where</a:t>
            </a:r>
            <a:r>
              <a:rPr lang="es-MX" sz="1400" dirty="0"/>
              <a:t> </a:t>
            </a:r>
            <a:r>
              <a:rPr lang="es-MX" sz="1400" dirty="0" err="1"/>
              <a:t>you’ll</a:t>
            </a:r>
            <a:r>
              <a:rPr lang="es-MX" sz="1400" dirty="0"/>
              <a:t> place template files </a:t>
            </a:r>
            <a:r>
              <a:rPr lang="es-MX" sz="1400" dirty="0" err="1"/>
              <a:t>that</a:t>
            </a:r>
            <a:r>
              <a:rPr lang="es-MX" sz="1400" dirty="0"/>
              <a:t> Will be </a:t>
            </a:r>
            <a:r>
              <a:rPr lang="es-MX" sz="1400" dirty="0" err="1"/>
              <a:t>used</a:t>
            </a:r>
            <a:r>
              <a:rPr lang="es-MX" sz="1400" dirty="0"/>
              <a:t> to render content to </a:t>
            </a:r>
            <a:r>
              <a:rPr lang="es-MX" sz="1400" dirty="0" err="1"/>
              <a:t>the</a:t>
            </a:r>
            <a:r>
              <a:rPr lang="es-MX" sz="1400" dirty="0"/>
              <a:t> browser. </a:t>
            </a:r>
            <a:r>
              <a:rPr lang="es-MX" sz="1400" dirty="0" err="1"/>
              <a:t>It’s</a:t>
            </a:r>
            <a:r>
              <a:rPr lang="es-MX" sz="1400" dirty="0"/>
              <a:t> </a:t>
            </a:r>
            <a:r>
              <a:rPr lang="es-MX" sz="1400" dirty="0" err="1"/>
              <a:t>initially</a:t>
            </a:r>
            <a:r>
              <a:rPr lang="es-MX" sz="1400" dirty="0"/>
              <a:t> </a:t>
            </a:r>
            <a:r>
              <a:rPr lang="es-MX" sz="1400" dirty="0" err="1"/>
              <a:t>empty</a:t>
            </a:r>
            <a:r>
              <a:rPr lang="es-MX" sz="1400" dirty="0"/>
              <a:t>, </a:t>
            </a:r>
            <a:r>
              <a:rPr lang="es-MX" sz="1400" dirty="0" err="1"/>
              <a:t>but</a:t>
            </a:r>
            <a:r>
              <a:rPr lang="es-MX" sz="1400" dirty="0"/>
              <a:t> </a:t>
            </a:r>
            <a:r>
              <a:rPr lang="es-MX" sz="1400" dirty="0" err="1"/>
              <a:t>you’ll</a:t>
            </a:r>
            <a:r>
              <a:rPr lang="es-MX" sz="1400" dirty="0"/>
              <a:t> </a:t>
            </a:r>
            <a:r>
              <a:rPr lang="es-MX" sz="1400" dirty="0" err="1"/>
              <a:t>add</a:t>
            </a:r>
            <a:r>
              <a:rPr lang="es-MX" sz="1400" dirty="0"/>
              <a:t> more </a:t>
            </a:r>
            <a:r>
              <a:rPr lang="es-MX" sz="1400" dirty="0" err="1"/>
              <a:t>tests</a:t>
            </a:r>
            <a:r>
              <a:rPr lang="es-MX" sz="1400" dirty="0"/>
              <a:t> to </a:t>
            </a:r>
            <a:r>
              <a:rPr lang="es-MX" sz="1400" dirty="0" err="1"/>
              <a:t>the</a:t>
            </a:r>
            <a:r>
              <a:rPr lang="es-MX" sz="1400" dirty="0"/>
              <a:t> </a:t>
            </a:r>
            <a:r>
              <a:rPr lang="es-MX" sz="1400" dirty="0" err="1"/>
              <a:t>mix</a:t>
            </a:r>
            <a:r>
              <a:rPr lang="es-MX" sz="1400" dirty="0"/>
              <a:t> as </a:t>
            </a:r>
            <a:r>
              <a:rPr lang="es-MX" sz="1400" dirty="0" err="1"/>
              <a:t>you</a:t>
            </a:r>
            <a:r>
              <a:rPr lang="es-MX" sz="1400" dirty="0"/>
              <a:t> develop </a:t>
            </a:r>
            <a:r>
              <a:rPr lang="es-MX" sz="1400" dirty="0" err="1"/>
              <a:t>the</a:t>
            </a:r>
            <a:r>
              <a:rPr lang="es-MX" sz="1400" dirty="0"/>
              <a:t> Application. </a:t>
            </a:r>
            <a:br>
              <a:rPr lang="es-MX" sz="1400" dirty="0"/>
            </a:br>
            <a:br>
              <a:rPr lang="es-MX" sz="1400" dirty="0"/>
            </a:br>
            <a:endParaRPr lang="es-MX" sz="1400" dirty="0"/>
          </a:p>
        </p:txBody>
      </p:sp>
      <p:sp>
        <p:nvSpPr>
          <p:cNvPr id="8" name="Marcador de texto 2">
            <a:extLst>
              <a:ext uri="{FF2B5EF4-FFF2-40B4-BE49-F238E27FC236}">
                <a16:creationId xmlns:a16="http://schemas.microsoft.com/office/drawing/2014/main" id="{43272948-4EEF-8987-11E0-518180E9C20F}"/>
              </a:ext>
            </a:extLst>
          </p:cNvPr>
          <p:cNvSpPr>
            <a:spLocks noGrp="1"/>
          </p:cNvSpPr>
          <p:nvPr>
            <p:ph type="body" sz="quarter" idx="13"/>
          </p:nvPr>
        </p:nvSpPr>
        <p:spPr>
          <a:xfrm>
            <a:off x="371475" y="457200"/>
            <a:ext cx="7315200" cy="560237"/>
          </a:xfrm>
        </p:spPr>
        <p:txBody>
          <a:bodyPr/>
          <a:lstStyle/>
          <a:p>
            <a:r>
              <a:rPr lang="es-MX" sz="2400" dirty="0" err="1"/>
              <a:t>Autowiring</a:t>
            </a:r>
            <a:r>
              <a:rPr lang="es-MX" sz="2400" dirty="0"/>
              <a:t> and </a:t>
            </a:r>
            <a:r>
              <a:rPr lang="es-MX" sz="2400" dirty="0" err="1"/>
              <a:t>component</a:t>
            </a:r>
            <a:r>
              <a:rPr lang="es-MX" sz="2400" dirty="0"/>
              <a:t> </a:t>
            </a:r>
            <a:r>
              <a:rPr lang="es-MX" sz="2400" dirty="0" err="1"/>
              <a:t>scanning</a:t>
            </a:r>
            <a:r>
              <a:rPr lang="es-MX" sz="2400" dirty="0"/>
              <a:t> </a:t>
            </a:r>
          </a:p>
          <a:p>
            <a:endParaRPr lang="es-MX" dirty="0"/>
          </a:p>
        </p:txBody>
      </p:sp>
      <p:pic>
        <p:nvPicPr>
          <p:cNvPr id="9" name="Imagen 8">
            <a:extLst>
              <a:ext uri="{FF2B5EF4-FFF2-40B4-BE49-F238E27FC236}">
                <a16:creationId xmlns:a16="http://schemas.microsoft.com/office/drawing/2014/main" id="{0C8E7231-04CF-2FBB-6C97-715D457B3264}"/>
              </a:ext>
            </a:extLst>
          </p:cNvPr>
          <p:cNvPicPr>
            <a:picLocks noChangeAspect="1"/>
          </p:cNvPicPr>
          <p:nvPr/>
        </p:nvPicPr>
        <p:blipFill>
          <a:blip r:embed="rId2"/>
          <a:stretch>
            <a:fillRect/>
          </a:stretch>
        </p:blipFill>
        <p:spPr>
          <a:xfrm>
            <a:off x="450160" y="1034141"/>
            <a:ext cx="3665538" cy="5380186"/>
          </a:xfrm>
          <a:prstGeom prst="rect">
            <a:avLst/>
          </a:prstGeom>
        </p:spPr>
      </p:pic>
    </p:spTree>
    <p:extLst>
      <p:ext uri="{BB962C8B-B14F-4D97-AF65-F5344CB8AC3E}">
        <p14:creationId xmlns:p14="http://schemas.microsoft.com/office/powerpoint/2010/main" val="415032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D97B49D5-6878-8084-C3CF-04B2B2FB740B}"/>
              </a:ext>
            </a:extLst>
          </p:cNvPr>
          <p:cNvPicPr>
            <a:picLocks noGrp="1" noChangeAspect="1"/>
          </p:cNvPicPr>
          <p:nvPr>
            <p:ph idx="1"/>
          </p:nvPr>
        </p:nvPicPr>
        <p:blipFill>
          <a:blip r:embed="rId2"/>
          <a:srcRect/>
          <a:stretch/>
        </p:blipFill>
        <p:spPr>
          <a:xfrm>
            <a:off x="731651" y="1828799"/>
            <a:ext cx="10879157" cy="4941652"/>
          </a:xfrm>
        </p:spPr>
      </p:pic>
      <p:sp>
        <p:nvSpPr>
          <p:cNvPr id="2" name="Título 1">
            <a:extLst>
              <a:ext uri="{FF2B5EF4-FFF2-40B4-BE49-F238E27FC236}">
                <a16:creationId xmlns:a16="http://schemas.microsoft.com/office/drawing/2014/main" id="{2CDE247B-CD89-7F71-228C-DD99157B33D1}"/>
              </a:ext>
            </a:extLst>
          </p:cNvPr>
          <p:cNvSpPr>
            <a:spLocks noGrp="1"/>
          </p:cNvSpPr>
          <p:nvPr>
            <p:ph type="title"/>
          </p:nvPr>
        </p:nvSpPr>
        <p:spPr/>
        <p:txBody>
          <a:bodyPr>
            <a:normAutofit/>
          </a:bodyPr>
          <a:lstStyle/>
          <a:p>
            <a:r>
              <a:rPr lang="es-MX" dirty="0"/>
              <a:t>Requerimientos – Historias de usuario – SOP</a:t>
            </a:r>
            <a:br>
              <a:rPr lang="es-MX" dirty="0"/>
            </a:br>
            <a:r>
              <a:rPr lang="es-MX" dirty="0"/>
              <a:t>Software Requirements (</a:t>
            </a:r>
            <a:r>
              <a:rPr lang="es-MX" dirty="0" err="1"/>
              <a:t>third</a:t>
            </a:r>
            <a:r>
              <a:rPr lang="es-MX" dirty="0"/>
              <a:t> </a:t>
            </a:r>
            <a:r>
              <a:rPr lang="es-MX" dirty="0" err="1"/>
              <a:t>Edition</a:t>
            </a:r>
            <a:r>
              <a:rPr lang="es-MX" dirty="0"/>
              <a:t> Karl </a:t>
            </a:r>
            <a:r>
              <a:rPr lang="es-MX" dirty="0" err="1"/>
              <a:t>Wiegers</a:t>
            </a:r>
            <a:r>
              <a:rPr lang="es-MX" dirty="0"/>
              <a:t> &amp; </a:t>
            </a:r>
            <a:r>
              <a:rPr lang="es-MX" dirty="0" err="1"/>
              <a:t>joy</a:t>
            </a:r>
            <a:r>
              <a:rPr lang="es-MX" dirty="0"/>
              <a:t> Beatty) </a:t>
            </a:r>
          </a:p>
        </p:txBody>
      </p:sp>
    </p:spTree>
    <p:extLst>
      <p:ext uri="{BB962C8B-B14F-4D97-AF65-F5344CB8AC3E}">
        <p14:creationId xmlns:p14="http://schemas.microsoft.com/office/powerpoint/2010/main" val="40370118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15D2F-76FA-B606-674F-7AB3E3FC9BEE}"/>
              </a:ext>
            </a:extLst>
          </p:cNvPr>
          <p:cNvSpPr>
            <a:spLocks noGrp="1"/>
          </p:cNvSpPr>
          <p:nvPr>
            <p:ph type="title"/>
          </p:nvPr>
        </p:nvSpPr>
        <p:spPr/>
        <p:txBody>
          <a:bodyPr/>
          <a:lstStyle/>
          <a:p>
            <a:r>
              <a:rPr lang="es-MX" dirty="0"/>
              <a:t>Software Requirements </a:t>
            </a:r>
            <a:br>
              <a:rPr lang="es-MX" dirty="0"/>
            </a:br>
            <a:r>
              <a:rPr lang="es-MX" dirty="0"/>
              <a:t>(</a:t>
            </a:r>
            <a:r>
              <a:rPr lang="es-MX" dirty="0" err="1"/>
              <a:t>third</a:t>
            </a:r>
            <a:r>
              <a:rPr lang="es-MX" dirty="0"/>
              <a:t> </a:t>
            </a:r>
            <a:r>
              <a:rPr lang="es-MX" dirty="0" err="1"/>
              <a:t>Edition</a:t>
            </a:r>
            <a:r>
              <a:rPr lang="es-MX" dirty="0"/>
              <a:t> Karl </a:t>
            </a:r>
            <a:r>
              <a:rPr lang="es-MX" dirty="0" err="1"/>
              <a:t>Wiegers</a:t>
            </a:r>
            <a:r>
              <a:rPr lang="es-MX" dirty="0"/>
              <a:t> &amp; </a:t>
            </a:r>
            <a:r>
              <a:rPr lang="es-MX" dirty="0" err="1"/>
              <a:t>joy</a:t>
            </a:r>
            <a:r>
              <a:rPr lang="es-MX" dirty="0"/>
              <a:t> Beatty)</a:t>
            </a:r>
          </a:p>
        </p:txBody>
      </p:sp>
      <p:pic>
        <p:nvPicPr>
          <p:cNvPr id="5" name="Marcador de contenido 4">
            <a:extLst>
              <a:ext uri="{FF2B5EF4-FFF2-40B4-BE49-F238E27FC236}">
                <a16:creationId xmlns:a16="http://schemas.microsoft.com/office/drawing/2014/main" id="{3B5CEBA6-4DA3-97F5-6055-B4BE510F96C3}"/>
              </a:ext>
            </a:extLst>
          </p:cNvPr>
          <p:cNvPicPr>
            <a:picLocks noGrp="1" noChangeAspect="1"/>
          </p:cNvPicPr>
          <p:nvPr>
            <p:ph idx="1"/>
          </p:nvPr>
        </p:nvPicPr>
        <p:blipFill>
          <a:blip r:embed="rId2"/>
          <a:srcRect/>
          <a:stretch/>
        </p:blipFill>
        <p:spPr>
          <a:xfrm>
            <a:off x="581191" y="1889090"/>
            <a:ext cx="11275863" cy="4883499"/>
          </a:xfrm>
        </p:spPr>
      </p:pic>
    </p:spTree>
    <p:extLst>
      <p:ext uri="{BB962C8B-B14F-4D97-AF65-F5344CB8AC3E}">
        <p14:creationId xmlns:p14="http://schemas.microsoft.com/office/powerpoint/2010/main" val="3944282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E5AF28-B7D9-89B8-6A59-CD42D4DA78BA}"/>
              </a:ext>
            </a:extLst>
          </p:cNvPr>
          <p:cNvSpPr>
            <a:spLocks noGrp="1"/>
          </p:cNvSpPr>
          <p:nvPr>
            <p:ph type="title"/>
          </p:nvPr>
        </p:nvSpPr>
        <p:spPr/>
        <p:txBody>
          <a:bodyPr/>
          <a:lstStyle/>
          <a:p>
            <a:r>
              <a:rPr lang="es-MX" dirty="0"/>
              <a:t>Problema </a:t>
            </a:r>
          </a:p>
        </p:txBody>
      </p:sp>
      <p:sp>
        <p:nvSpPr>
          <p:cNvPr id="3" name="Marcador de contenido 2">
            <a:extLst>
              <a:ext uri="{FF2B5EF4-FFF2-40B4-BE49-F238E27FC236}">
                <a16:creationId xmlns:a16="http://schemas.microsoft.com/office/drawing/2014/main" id="{8DE5B2AB-BAAE-A481-E18B-CAF26C4E0F16}"/>
              </a:ext>
            </a:extLst>
          </p:cNvPr>
          <p:cNvSpPr>
            <a:spLocks noGrp="1"/>
          </p:cNvSpPr>
          <p:nvPr>
            <p:ph idx="1"/>
          </p:nvPr>
        </p:nvSpPr>
        <p:spPr/>
        <p:txBody>
          <a:bodyPr/>
          <a:lstStyle/>
          <a:p>
            <a:r>
              <a:rPr lang="es-MX" dirty="0"/>
              <a:t>Planteamiento </a:t>
            </a:r>
          </a:p>
          <a:p>
            <a:r>
              <a:rPr lang="es-MX" dirty="0" err="1"/>
              <a:t>Hipotesis</a:t>
            </a:r>
            <a:endParaRPr lang="es-MX" dirty="0"/>
          </a:p>
          <a:p>
            <a:r>
              <a:rPr lang="es-MX" dirty="0"/>
              <a:t>Pruebas </a:t>
            </a:r>
          </a:p>
          <a:p>
            <a:r>
              <a:rPr lang="es-MX" dirty="0" err="1"/>
              <a:t>Solucion</a:t>
            </a:r>
            <a:endParaRPr lang="es-MX" dirty="0"/>
          </a:p>
          <a:p>
            <a:endParaRPr lang="es-MX" dirty="0"/>
          </a:p>
        </p:txBody>
      </p:sp>
      <p:sp>
        <p:nvSpPr>
          <p:cNvPr id="4" name="Marcador de pie de página 3">
            <a:extLst>
              <a:ext uri="{FF2B5EF4-FFF2-40B4-BE49-F238E27FC236}">
                <a16:creationId xmlns:a16="http://schemas.microsoft.com/office/drawing/2014/main" id="{8E86A857-4477-CC98-CC6E-ADCD8412B5C5}"/>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6D8D2544-B753-DBE1-C5E5-F42169A2D645}"/>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19</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525305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1A5537-AEFF-06FE-90AC-C6E57FC8A7B3}"/>
              </a:ext>
            </a:extLst>
          </p:cNvPr>
          <p:cNvSpPr>
            <a:spLocks noGrp="1"/>
          </p:cNvSpPr>
          <p:nvPr>
            <p:ph type="title"/>
          </p:nvPr>
        </p:nvSpPr>
        <p:spPr>
          <a:xfrm>
            <a:off x="371475" y="914399"/>
            <a:ext cx="9647168" cy="8672945"/>
          </a:xfrm>
        </p:spPr>
        <p:txBody>
          <a:bodyPr/>
          <a:lstStyle/>
          <a:p>
            <a:r>
              <a:rPr lang="es-MX" dirty="0" err="1"/>
              <a:t>Math</a:t>
            </a:r>
            <a:r>
              <a:rPr lang="es-MX" dirty="0"/>
              <a:t> (+,/,*,-)</a:t>
            </a:r>
            <a:br>
              <a:rPr lang="es-MX" dirty="0"/>
            </a:br>
            <a:r>
              <a:rPr lang="es-MX" dirty="0"/>
              <a:t>Variables (</a:t>
            </a:r>
            <a:r>
              <a:rPr lang="es-MX" dirty="0" err="1"/>
              <a:t>declaration</a:t>
            </a:r>
            <a:r>
              <a:rPr lang="es-MX" dirty="0"/>
              <a:t>, </a:t>
            </a:r>
            <a:r>
              <a:rPr lang="es-MX" dirty="0" err="1"/>
              <a:t>initialize</a:t>
            </a:r>
            <a:r>
              <a:rPr lang="es-MX" dirty="0"/>
              <a:t>)</a:t>
            </a:r>
            <a:br>
              <a:rPr lang="es-MX" dirty="0"/>
            </a:br>
            <a:r>
              <a:rPr lang="es-MX" dirty="0"/>
              <a:t>Type(</a:t>
            </a:r>
            <a:r>
              <a:rPr lang="es-MX" dirty="0" err="1"/>
              <a:t>String</a:t>
            </a:r>
            <a:r>
              <a:rPr lang="es-MX" dirty="0"/>
              <a:t>, int, </a:t>
            </a:r>
            <a:r>
              <a:rPr lang="es-MX" dirty="0" err="1"/>
              <a:t>double</a:t>
            </a:r>
            <a:r>
              <a:rPr lang="es-MX" dirty="0"/>
              <a:t>)</a:t>
            </a:r>
            <a:br>
              <a:rPr lang="es-MX" dirty="0"/>
            </a:br>
            <a:r>
              <a:rPr lang="es-MX" dirty="0"/>
              <a:t>Explanation </a:t>
            </a:r>
            <a:r>
              <a:rPr lang="es-MX" dirty="0" err="1"/>
              <a:t>of</a:t>
            </a:r>
            <a:r>
              <a:rPr lang="es-MX" dirty="0"/>
              <a:t> “</a:t>
            </a:r>
            <a:r>
              <a:rPr lang="es-MX" dirty="0" err="1"/>
              <a:t>Classes</a:t>
            </a:r>
            <a:r>
              <a:rPr lang="es-MX" dirty="0"/>
              <a:t>”</a:t>
            </a:r>
            <a:br>
              <a:rPr lang="es-MX" dirty="0"/>
            </a:br>
            <a:br>
              <a:rPr lang="es-MX" dirty="0"/>
            </a:br>
            <a:r>
              <a:rPr lang="es-MX" dirty="0" err="1"/>
              <a:t>testscore</a:t>
            </a:r>
            <a:r>
              <a:rPr lang="es-MX" dirty="0"/>
              <a:t> = x :: grade</a:t>
            </a:r>
            <a:br>
              <a:rPr lang="es-MX" dirty="0"/>
            </a:br>
            <a:br>
              <a:rPr lang="es-MX" dirty="0"/>
            </a:br>
            <a:r>
              <a:rPr lang="es-MX" dirty="0"/>
              <a:t>x = 100 ; x=0  </a:t>
            </a:r>
            <a:br>
              <a:rPr lang="es-MX" dirty="0"/>
            </a:br>
            <a:r>
              <a:rPr lang="es-MX" dirty="0"/>
              <a:t>grade A-F</a:t>
            </a:r>
            <a:br>
              <a:rPr lang="es-MX" dirty="0"/>
            </a:br>
            <a:br>
              <a:rPr lang="es-MX" dirty="0"/>
            </a:br>
            <a:r>
              <a:rPr lang="es-MX" dirty="0" err="1"/>
              <a:t>testscore</a:t>
            </a:r>
            <a:r>
              <a:rPr lang="es-MX" dirty="0"/>
              <a:t> = 90 &lt; 100 :: grade A</a:t>
            </a:r>
            <a:br>
              <a:rPr lang="es-MX" dirty="0"/>
            </a:br>
            <a:r>
              <a:rPr lang="es-MX" dirty="0" err="1"/>
              <a:t>testscore</a:t>
            </a:r>
            <a:r>
              <a:rPr lang="es-MX" dirty="0"/>
              <a:t> = 70 &lt; 90 :: grade B</a:t>
            </a:r>
            <a:br>
              <a:rPr lang="es-MX" dirty="0"/>
            </a:br>
            <a:r>
              <a:rPr lang="es-MX" dirty="0" err="1"/>
              <a:t>testscore</a:t>
            </a:r>
            <a:r>
              <a:rPr lang="es-MX" dirty="0"/>
              <a:t> = 60 &lt; 70 :: grade C</a:t>
            </a:r>
            <a:br>
              <a:rPr lang="es-MX" dirty="0"/>
            </a:br>
            <a:r>
              <a:rPr lang="es-MX" dirty="0" err="1"/>
              <a:t>testscore</a:t>
            </a:r>
            <a:r>
              <a:rPr lang="es-MX" dirty="0"/>
              <a:t> = 50 &lt; 60 :: grade D </a:t>
            </a:r>
            <a:br>
              <a:rPr lang="es-MX" dirty="0"/>
            </a:br>
            <a:r>
              <a:rPr lang="es-MX" dirty="0" err="1"/>
              <a:t>testcore</a:t>
            </a:r>
            <a:r>
              <a:rPr lang="es-MX" dirty="0"/>
              <a:t> &lt; 50 :: grade F</a:t>
            </a:r>
          </a:p>
        </p:txBody>
      </p:sp>
      <p:sp>
        <p:nvSpPr>
          <p:cNvPr id="4" name="Marcador de pie de página 3">
            <a:extLst>
              <a:ext uri="{FF2B5EF4-FFF2-40B4-BE49-F238E27FC236}">
                <a16:creationId xmlns:a16="http://schemas.microsoft.com/office/drawing/2014/main" id="{3F322BF3-707D-E136-5174-205A28B4673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Marcador de número de diapositiva 4">
            <a:extLst>
              <a:ext uri="{FF2B5EF4-FFF2-40B4-BE49-F238E27FC236}">
                <a16:creationId xmlns:a16="http://schemas.microsoft.com/office/drawing/2014/main" id="{20321AF2-B3F0-52DE-3A36-AE896A3830D7}"/>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20</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661675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768968-124F-D847-4AA7-9A321EDA8939}"/>
              </a:ext>
            </a:extLst>
          </p:cNvPr>
          <p:cNvSpPr>
            <a:spLocks noGrp="1"/>
          </p:cNvSpPr>
          <p:nvPr>
            <p:ph type="title"/>
          </p:nvPr>
        </p:nvSpPr>
        <p:spPr/>
        <p:txBody>
          <a:bodyPr/>
          <a:lstStyle/>
          <a:p>
            <a:r>
              <a:rPr lang="es-MX" dirty="0" err="1"/>
              <a:t>Facade</a:t>
            </a:r>
            <a:r>
              <a:rPr lang="es-MX" dirty="0"/>
              <a:t> , </a:t>
            </a:r>
            <a:r>
              <a:rPr lang="es-MX" dirty="0" err="1"/>
              <a:t>Observer</a:t>
            </a:r>
            <a:r>
              <a:rPr lang="es-MX" dirty="0"/>
              <a:t>, Factory , </a:t>
            </a:r>
            <a:r>
              <a:rPr lang="es-MX" dirty="0" err="1"/>
              <a:t>Abstract</a:t>
            </a:r>
            <a:r>
              <a:rPr lang="es-MX" dirty="0"/>
              <a:t> Factory, </a:t>
            </a:r>
            <a:r>
              <a:rPr lang="es-MX" dirty="0" err="1"/>
              <a:t>Syngleton</a:t>
            </a:r>
            <a:br>
              <a:rPr lang="es-MX" dirty="0"/>
            </a:br>
            <a:br>
              <a:rPr lang="es-MX" dirty="0"/>
            </a:br>
            <a:br>
              <a:rPr lang="es-MX"/>
            </a:br>
            <a:r>
              <a:rPr lang="es-MX"/>
              <a:t>Factory </a:t>
            </a:r>
            <a:endParaRPr lang="es-MX" dirty="0"/>
          </a:p>
        </p:txBody>
      </p:sp>
      <p:sp>
        <p:nvSpPr>
          <p:cNvPr id="3" name="Marcador de texto 2">
            <a:extLst>
              <a:ext uri="{FF2B5EF4-FFF2-40B4-BE49-F238E27FC236}">
                <a16:creationId xmlns:a16="http://schemas.microsoft.com/office/drawing/2014/main" id="{69D5FE48-AE29-97B8-08C2-2FC89BECAD2E}"/>
              </a:ext>
            </a:extLst>
          </p:cNvPr>
          <p:cNvSpPr>
            <a:spLocks noGrp="1"/>
          </p:cNvSpPr>
          <p:nvPr>
            <p:ph type="body" sz="quarter" idx="13"/>
          </p:nvPr>
        </p:nvSpPr>
        <p:spPr/>
        <p:txBody>
          <a:bodyPr/>
          <a:lstStyle/>
          <a:p>
            <a:r>
              <a:rPr lang="es-MX" dirty="0"/>
              <a:t>Patrones </a:t>
            </a:r>
          </a:p>
        </p:txBody>
      </p:sp>
      <p:sp>
        <p:nvSpPr>
          <p:cNvPr id="4" name="Marcador de pie de página 3">
            <a:extLst>
              <a:ext uri="{FF2B5EF4-FFF2-40B4-BE49-F238E27FC236}">
                <a16:creationId xmlns:a16="http://schemas.microsoft.com/office/drawing/2014/main" id="{276BCFC2-B732-2813-5762-C4B34786454D}"/>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9289B71E-3FFF-643F-8F07-52918821358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21</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2972583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4E2F2618-B681-E199-B4BB-1BAE12F60EEB}"/>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B515D809-7813-3D63-7B1F-DE5548ADF73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22</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7" name="Imagen 6">
            <a:extLst>
              <a:ext uri="{FF2B5EF4-FFF2-40B4-BE49-F238E27FC236}">
                <a16:creationId xmlns:a16="http://schemas.microsoft.com/office/drawing/2014/main" id="{280A3EC2-4B8D-E966-E22B-1115E01878EC}"/>
              </a:ext>
            </a:extLst>
          </p:cNvPr>
          <p:cNvPicPr>
            <a:picLocks noChangeAspect="1"/>
          </p:cNvPicPr>
          <p:nvPr/>
        </p:nvPicPr>
        <p:blipFill>
          <a:blip r:embed="rId2"/>
          <a:stretch>
            <a:fillRect/>
          </a:stretch>
        </p:blipFill>
        <p:spPr>
          <a:xfrm>
            <a:off x="2196662" y="627751"/>
            <a:ext cx="8870731" cy="5182705"/>
          </a:xfrm>
          <a:prstGeom prst="rect">
            <a:avLst/>
          </a:prstGeom>
        </p:spPr>
      </p:pic>
    </p:spTree>
    <p:extLst>
      <p:ext uri="{BB962C8B-B14F-4D97-AF65-F5344CB8AC3E}">
        <p14:creationId xmlns:p14="http://schemas.microsoft.com/office/powerpoint/2010/main" val="4492952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D92C7306-5A4F-E2AF-7CED-C251998B05AA}"/>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dirty="0">
                <a:ln>
                  <a:noFill/>
                </a:ln>
                <a:solidFill>
                  <a:srgbClr val="6B6B6B"/>
                </a:solidFill>
                <a:effectLst/>
                <a:uLnTx/>
                <a:uFillTx/>
                <a:latin typeface="Arial"/>
                <a:ea typeface="+mn-ea"/>
                <a:cs typeface="+mn-cs"/>
              </a:rPr>
              <a:t>© 2023 NTT DATA, Inc.</a:t>
            </a:r>
          </a:p>
        </p:txBody>
      </p:sp>
      <p:sp>
        <p:nvSpPr>
          <p:cNvPr id="5" name="Marcador de número de diapositiva 4">
            <a:extLst>
              <a:ext uri="{FF2B5EF4-FFF2-40B4-BE49-F238E27FC236}">
                <a16:creationId xmlns:a16="http://schemas.microsoft.com/office/drawing/2014/main" id="{B4E19BD0-2769-1D9E-0D1F-7EDF7459DD2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23</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Rectángulo 5">
            <a:extLst>
              <a:ext uri="{FF2B5EF4-FFF2-40B4-BE49-F238E27FC236}">
                <a16:creationId xmlns:a16="http://schemas.microsoft.com/office/drawing/2014/main" id="{92B3AD9D-0BD0-93A7-5EA1-A10B5A60206D}"/>
              </a:ext>
            </a:extLst>
          </p:cNvPr>
          <p:cNvSpPr/>
          <p:nvPr/>
        </p:nvSpPr>
        <p:spPr>
          <a:xfrm>
            <a:off x="816427" y="685799"/>
            <a:ext cx="2808514" cy="130628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Controller </a:t>
            </a:r>
          </a:p>
        </p:txBody>
      </p:sp>
      <p:sp>
        <p:nvSpPr>
          <p:cNvPr id="7" name="CuadroTexto 6">
            <a:extLst>
              <a:ext uri="{FF2B5EF4-FFF2-40B4-BE49-F238E27FC236}">
                <a16:creationId xmlns:a16="http://schemas.microsoft.com/office/drawing/2014/main" id="{EF4C08FF-F94A-6E74-0101-85C09CEFE0ED}"/>
              </a:ext>
            </a:extLst>
          </p:cNvPr>
          <p:cNvSpPr txBox="1"/>
          <p:nvPr/>
        </p:nvSpPr>
        <p:spPr>
          <a:xfrm>
            <a:off x="4641979" y="2590745"/>
            <a:ext cx="3354355" cy="914400"/>
          </a:xfrm>
          <a:prstGeom prst="rect">
            <a:avLst/>
          </a:prstGeom>
        </p:spPr>
        <p:txBody>
          <a:bodyPr vert="horz" wrap="square" lIns="0" tIns="0" rIns="0" bIns="0" rtlCol="0">
            <a:noAutofit/>
          </a:bodyPr>
          <a:lstStyle/>
          <a:p>
            <a:pPr algn="l"/>
            <a:r>
              <a:rPr lang="es-MX" dirty="0" err="1"/>
              <a:t>Dias</a:t>
            </a:r>
            <a:r>
              <a:rPr lang="es-MX" dirty="0"/>
              <a:t> trabajados * salario = sueldo</a:t>
            </a:r>
          </a:p>
        </p:txBody>
      </p:sp>
      <p:sp>
        <p:nvSpPr>
          <p:cNvPr id="8" name="CuadroTexto 7">
            <a:extLst>
              <a:ext uri="{FF2B5EF4-FFF2-40B4-BE49-F238E27FC236}">
                <a16:creationId xmlns:a16="http://schemas.microsoft.com/office/drawing/2014/main" id="{5B05E48F-B0AE-4728-B50E-0496754CD441}"/>
              </a:ext>
            </a:extLst>
          </p:cNvPr>
          <p:cNvSpPr txBox="1"/>
          <p:nvPr/>
        </p:nvSpPr>
        <p:spPr>
          <a:xfrm>
            <a:off x="3979506" y="1245635"/>
            <a:ext cx="914400" cy="914400"/>
          </a:xfrm>
          <a:prstGeom prst="rect">
            <a:avLst/>
          </a:prstGeom>
        </p:spPr>
        <p:txBody>
          <a:bodyPr vert="horz" wrap="square" lIns="0" tIns="0" rIns="0" bIns="0" rtlCol="0">
            <a:noAutofit/>
          </a:bodyPr>
          <a:lstStyle/>
          <a:p>
            <a:pPr algn="l"/>
            <a:r>
              <a:rPr lang="es-MX" dirty="0" err="1"/>
              <a:t>Logica</a:t>
            </a:r>
            <a:r>
              <a:rPr lang="es-MX" dirty="0"/>
              <a:t> </a:t>
            </a:r>
          </a:p>
        </p:txBody>
      </p:sp>
      <p:sp>
        <p:nvSpPr>
          <p:cNvPr id="9" name="Rectángulo 8">
            <a:extLst>
              <a:ext uri="{FF2B5EF4-FFF2-40B4-BE49-F238E27FC236}">
                <a16:creationId xmlns:a16="http://schemas.microsoft.com/office/drawing/2014/main" id="{BFD430F9-D748-8D6D-60F4-36A154328BF8}"/>
              </a:ext>
            </a:extLst>
          </p:cNvPr>
          <p:cNvSpPr/>
          <p:nvPr/>
        </p:nvSpPr>
        <p:spPr>
          <a:xfrm>
            <a:off x="8989073" y="366224"/>
            <a:ext cx="2808514" cy="639149"/>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API Rest Empleados </a:t>
            </a:r>
          </a:p>
        </p:txBody>
      </p:sp>
      <p:sp>
        <p:nvSpPr>
          <p:cNvPr id="13" name="Rectángulo 12">
            <a:extLst>
              <a:ext uri="{FF2B5EF4-FFF2-40B4-BE49-F238E27FC236}">
                <a16:creationId xmlns:a16="http://schemas.microsoft.com/office/drawing/2014/main" id="{F5D167CE-FC3D-2A25-15D1-79A49A72B8E4}"/>
              </a:ext>
            </a:extLst>
          </p:cNvPr>
          <p:cNvSpPr/>
          <p:nvPr/>
        </p:nvSpPr>
        <p:spPr>
          <a:xfrm>
            <a:off x="8989073" y="3536371"/>
            <a:ext cx="2808514" cy="140892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Microservice</a:t>
            </a:r>
            <a:endParaRPr lang="es-MX" sz="2000" dirty="0"/>
          </a:p>
        </p:txBody>
      </p:sp>
      <p:sp>
        <p:nvSpPr>
          <p:cNvPr id="14" name="CuadroTexto 13">
            <a:extLst>
              <a:ext uri="{FF2B5EF4-FFF2-40B4-BE49-F238E27FC236}">
                <a16:creationId xmlns:a16="http://schemas.microsoft.com/office/drawing/2014/main" id="{82D7E5BF-23EF-2CBF-E537-707AF53066C2}"/>
              </a:ext>
            </a:extLst>
          </p:cNvPr>
          <p:cNvSpPr txBox="1"/>
          <p:nvPr/>
        </p:nvSpPr>
        <p:spPr>
          <a:xfrm>
            <a:off x="1745991" y="2859832"/>
            <a:ext cx="1877008" cy="503853"/>
          </a:xfrm>
          <a:prstGeom prst="rect">
            <a:avLst/>
          </a:prstGeom>
        </p:spPr>
        <p:txBody>
          <a:bodyPr vert="horz" wrap="square" lIns="0" tIns="0" rIns="0" bIns="0" rtlCol="0">
            <a:noAutofit/>
          </a:bodyPr>
          <a:lstStyle/>
          <a:p>
            <a:pPr algn="l"/>
            <a:r>
              <a:rPr lang="es-MX" dirty="0"/>
              <a:t>Dominio Nominas</a:t>
            </a:r>
          </a:p>
        </p:txBody>
      </p:sp>
      <p:sp>
        <p:nvSpPr>
          <p:cNvPr id="15" name="Elipse 14">
            <a:extLst>
              <a:ext uri="{FF2B5EF4-FFF2-40B4-BE49-F238E27FC236}">
                <a16:creationId xmlns:a16="http://schemas.microsoft.com/office/drawing/2014/main" id="{44FD7694-5E33-914F-D63F-A58BC15E00CD}"/>
              </a:ext>
            </a:extLst>
          </p:cNvPr>
          <p:cNvSpPr/>
          <p:nvPr/>
        </p:nvSpPr>
        <p:spPr>
          <a:xfrm>
            <a:off x="88834" y="4034535"/>
            <a:ext cx="1494647" cy="106342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Puesto</a:t>
            </a:r>
          </a:p>
        </p:txBody>
      </p:sp>
      <p:sp>
        <p:nvSpPr>
          <p:cNvPr id="16" name="Elipse 15">
            <a:extLst>
              <a:ext uri="{FF2B5EF4-FFF2-40B4-BE49-F238E27FC236}">
                <a16:creationId xmlns:a16="http://schemas.microsoft.com/office/drawing/2014/main" id="{E95C10CE-908F-920F-AD40-73FD4D8CAEEA}"/>
              </a:ext>
            </a:extLst>
          </p:cNvPr>
          <p:cNvSpPr/>
          <p:nvPr/>
        </p:nvSpPr>
        <p:spPr>
          <a:xfrm>
            <a:off x="3741575" y="3254155"/>
            <a:ext cx="1800808" cy="914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Salario $</a:t>
            </a:r>
          </a:p>
        </p:txBody>
      </p:sp>
      <p:sp>
        <p:nvSpPr>
          <p:cNvPr id="18" name="Triángulo isósceles 17">
            <a:extLst>
              <a:ext uri="{FF2B5EF4-FFF2-40B4-BE49-F238E27FC236}">
                <a16:creationId xmlns:a16="http://schemas.microsoft.com/office/drawing/2014/main" id="{6558375B-DC07-88B6-192C-01CC59EEACF2}"/>
              </a:ext>
            </a:extLst>
          </p:cNvPr>
          <p:cNvSpPr/>
          <p:nvPr/>
        </p:nvSpPr>
        <p:spPr>
          <a:xfrm>
            <a:off x="5141361" y="4802516"/>
            <a:ext cx="2165868" cy="876481"/>
          </a:xfrm>
          <a:prstGeom prst="triangl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Puesto</a:t>
            </a:r>
          </a:p>
        </p:txBody>
      </p:sp>
      <p:sp>
        <p:nvSpPr>
          <p:cNvPr id="19" name="CuadroTexto 18">
            <a:extLst>
              <a:ext uri="{FF2B5EF4-FFF2-40B4-BE49-F238E27FC236}">
                <a16:creationId xmlns:a16="http://schemas.microsoft.com/office/drawing/2014/main" id="{293883CB-56FB-5777-FBA8-FE176823BBFD}"/>
              </a:ext>
            </a:extLst>
          </p:cNvPr>
          <p:cNvSpPr txBox="1"/>
          <p:nvPr/>
        </p:nvSpPr>
        <p:spPr>
          <a:xfrm>
            <a:off x="6096000" y="4608078"/>
            <a:ext cx="914400" cy="914400"/>
          </a:xfrm>
          <a:prstGeom prst="rect">
            <a:avLst/>
          </a:prstGeom>
        </p:spPr>
        <p:txBody>
          <a:bodyPr vert="horz" wrap="square" lIns="0" tIns="0" rIns="0" bIns="0" rtlCol="0">
            <a:noAutofit/>
          </a:bodyPr>
          <a:lstStyle/>
          <a:p>
            <a:pPr algn="l"/>
            <a:r>
              <a:rPr lang="es-MX" dirty="0" err="1"/>
              <a:t>Dias</a:t>
            </a:r>
            <a:r>
              <a:rPr lang="es-MX" dirty="0"/>
              <a:t> </a:t>
            </a:r>
          </a:p>
        </p:txBody>
      </p:sp>
      <p:sp>
        <p:nvSpPr>
          <p:cNvPr id="20" name="CuadroTexto 19">
            <a:extLst>
              <a:ext uri="{FF2B5EF4-FFF2-40B4-BE49-F238E27FC236}">
                <a16:creationId xmlns:a16="http://schemas.microsoft.com/office/drawing/2014/main" id="{3A303404-CA8B-7D4D-1ECA-3ABA7608B80B}"/>
              </a:ext>
            </a:extLst>
          </p:cNvPr>
          <p:cNvSpPr txBox="1"/>
          <p:nvPr/>
        </p:nvSpPr>
        <p:spPr>
          <a:xfrm>
            <a:off x="7323365" y="5694456"/>
            <a:ext cx="914400" cy="914400"/>
          </a:xfrm>
          <a:prstGeom prst="rect">
            <a:avLst/>
          </a:prstGeom>
        </p:spPr>
        <p:txBody>
          <a:bodyPr vert="horz" wrap="square" lIns="0" tIns="0" rIns="0" bIns="0" rtlCol="0">
            <a:noAutofit/>
          </a:bodyPr>
          <a:lstStyle/>
          <a:p>
            <a:pPr algn="l"/>
            <a:r>
              <a:rPr lang="es-MX" dirty="0"/>
              <a:t>Salario </a:t>
            </a:r>
          </a:p>
        </p:txBody>
      </p:sp>
      <p:sp>
        <p:nvSpPr>
          <p:cNvPr id="21" name="CuadroTexto 20">
            <a:extLst>
              <a:ext uri="{FF2B5EF4-FFF2-40B4-BE49-F238E27FC236}">
                <a16:creationId xmlns:a16="http://schemas.microsoft.com/office/drawing/2014/main" id="{8FA87A93-C2C2-EE8D-0889-C5DE69863A33}"/>
              </a:ext>
            </a:extLst>
          </p:cNvPr>
          <p:cNvSpPr txBox="1"/>
          <p:nvPr/>
        </p:nvSpPr>
        <p:spPr>
          <a:xfrm>
            <a:off x="4582321" y="5694456"/>
            <a:ext cx="914400" cy="914400"/>
          </a:xfrm>
          <a:prstGeom prst="rect">
            <a:avLst/>
          </a:prstGeom>
        </p:spPr>
        <p:txBody>
          <a:bodyPr vert="horz" wrap="square" lIns="0" tIns="0" rIns="0" bIns="0" rtlCol="0">
            <a:noAutofit/>
          </a:bodyPr>
          <a:lstStyle/>
          <a:p>
            <a:pPr algn="l"/>
            <a:r>
              <a:rPr lang="es-MX" dirty="0"/>
              <a:t>Sueldo</a:t>
            </a:r>
          </a:p>
        </p:txBody>
      </p:sp>
      <p:sp>
        <p:nvSpPr>
          <p:cNvPr id="23" name="Elipse 22">
            <a:extLst>
              <a:ext uri="{FF2B5EF4-FFF2-40B4-BE49-F238E27FC236}">
                <a16:creationId xmlns:a16="http://schemas.microsoft.com/office/drawing/2014/main" id="{508BCC96-29AE-B2E1-0674-A25DF034F62A}"/>
              </a:ext>
            </a:extLst>
          </p:cNvPr>
          <p:cNvSpPr/>
          <p:nvPr/>
        </p:nvSpPr>
        <p:spPr>
          <a:xfrm>
            <a:off x="5979757" y="3229215"/>
            <a:ext cx="2258008" cy="914400"/>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Descuentos</a:t>
            </a:r>
          </a:p>
        </p:txBody>
      </p:sp>
      <p:sp>
        <p:nvSpPr>
          <p:cNvPr id="24" name="Elipse 23">
            <a:extLst>
              <a:ext uri="{FF2B5EF4-FFF2-40B4-BE49-F238E27FC236}">
                <a16:creationId xmlns:a16="http://schemas.microsoft.com/office/drawing/2014/main" id="{83E20A9C-EA2F-69AD-1A1C-2F8F583E2F3A}"/>
              </a:ext>
            </a:extLst>
          </p:cNvPr>
          <p:cNvSpPr/>
          <p:nvPr/>
        </p:nvSpPr>
        <p:spPr>
          <a:xfrm>
            <a:off x="4903236" y="1111952"/>
            <a:ext cx="2420129" cy="1063429"/>
          </a:xfrm>
          <a:prstGeom prst="ellipse">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Prestaciones</a:t>
            </a:r>
          </a:p>
        </p:txBody>
      </p:sp>
      <p:sp>
        <p:nvSpPr>
          <p:cNvPr id="25" name="CuadroTexto 24">
            <a:extLst>
              <a:ext uri="{FF2B5EF4-FFF2-40B4-BE49-F238E27FC236}">
                <a16:creationId xmlns:a16="http://schemas.microsoft.com/office/drawing/2014/main" id="{D4A22A79-A88D-B8A5-69F7-2250E5F830E0}"/>
              </a:ext>
            </a:extLst>
          </p:cNvPr>
          <p:cNvSpPr txBox="1"/>
          <p:nvPr/>
        </p:nvSpPr>
        <p:spPr>
          <a:xfrm>
            <a:off x="3202928" y="3611284"/>
            <a:ext cx="914400" cy="914400"/>
          </a:xfrm>
          <a:prstGeom prst="rect">
            <a:avLst/>
          </a:prstGeom>
        </p:spPr>
        <p:txBody>
          <a:bodyPr vert="horz" wrap="square" lIns="0" tIns="0" rIns="0" bIns="0" rtlCol="0">
            <a:noAutofit/>
          </a:bodyPr>
          <a:lstStyle/>
          <a:p>
            <a:pPr algn="l"/>
            <a:r>
              <a:rPr lang="es-MX" dirty="0" err="1"/>
              <a:t>Dias</a:t>
            </a:r>
            <a:endParaRPr lang="es-MX" dirty="0"/>
          </a:p>
        </p:txBody>
      </p:sp>
      <p:sp>
        <p:nvSpPr>
          <p:cNvPr id="26" name="Cilindro 25">
            <a:extLst>
              <a:ext uri="{FF2B5EF4-FFF2-40B4-BE49-F238E27FC236}">
                <a16:creationId xmlns:a16="http://schemas.microsoft.com/office/drawing/2014/main" id="{5AB634DA-AE52-1E20-6CD4-3DC2E96DF621}"/>
              </a:ext>
            </a:extLst>
          </p:cNvPr>
          <p:cNvSpPr/>
          <p:nvPr/>
        </p:nvSpPr>
        <p:spPr>
          <a:xfrm>
            <a:off x="1916584" y="5344002"/>
            <a:ext cx="1374128" cy="1219356"/>
          </a:xfrm>
          <a:prstGeom prst="ca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Employe</a:t>
            </a:r>
            <a:endParaRPr lang="es-MX" sz="2000" dirty="0"/>
          </a:p>
        </p:txBody>
      </p:sp>
    </p:spTree>
    <p:extLst>
      <p:ext uri="{BB962C8B-B14F-4D97-AF65-F5344CB8AC3E}">
        <p14:creationId xmlns:p14="http://schemas.microsoft.com/office/powerpoint/2010/main" val="3871000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33333-9FCB-7A2A-D7D1-36145077A025}"/>
              </a:ext>
            </a:extLst>
          </p:cNvPr>
          <p:cNvSpPr>
            <a:spLocks noGrp="1"/>
          </p:cNvSpPr>
          <p:nvPr>
            <p:ph type="title"/>
          </p:nvPr>
        </p:nvSpPr>
        <p:spPr/>
        <p:txBody>
          <a:bodyPr/>
          <a:lstStyle/>
          <a:p>
            <a:endParaRPr lang="es-MX"/>
          </a:p>
        </p:txBody>
      </p:sp>
      <p:sp>
        <p:nvSpPr>
          <p:cNvPr id="5" name="Rectángulo 4">
            <a:extLst>
              <a:ext uri="{FF2B5EF4-FFF2-40B4-BE49-F238E27FC236}">
                <a16:creationId xmlns:a16="http://schemas.microsoft.com/office/drawing/2014/main" id="{69F72182-474C-C90D-41F4-C7B196CF8913}"/>
              </a:ext>
            </a:extLst>
          </p:cNvPr>
          <p:cNvSpPr/>
          <p:nvPr/>
        </p:nvSpPr>
        <p:spPr>
          <a:xfrm>
            <a:off x="4872170" y="1429589"/>
            <a:ext cx="2584795" cy="2485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Retenciones</a:t>
            </a:r>
          </a:p>
        </p:txBody>
      </p:sp>
      <p:sp>
        <p:nvSpPr>
          <p:cNvPr id="6" name="Rectángulo 5">
            <a:extLst>
              <a:ext uri="{FF2B5EF4-FFF2-40B4-BE49-F238E27FC236}">
                <a16:creationId xmlns:a16="http://schemas.microsoft.com/office/drawing/2014/main" id="{72003444-CD73-011D-2FA2-48DCD15B96F9}"/>
              </a:ext>
            </a:extLst>
          </p:cNvPr>
          <p:cNvSpPr/>
          <p:nvPr/>
        </p:nvSpPr>
        <p:spPr>
          <a:xfrm>
            <a:off x="9060712" y="1429589"/>
            <a:ext cx="2584795" cy="24852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Ahorro</a:t>
            </a:r>
          </a:p>
        </p:txBody>
      </p:sp>
      <p:grpSp>
        <p:nvGrpSpPr>
          <p:cNvPr id="13" name="Grupo 12">
            <a:extLst>
              <a:ext uri="{FF2B5EF4-FFF2-40B4-BE49-F238E27FC236}">
                <a16:creationId xmlns:a16="http://schemas.microsoft.com/office/drawing/2014/main" id="{2AA5B6FA-7340-078A-A7C0-0E01AB07C2A3}"/>
              </a:ext>
            </a:extLst>
          </p:cNvPr>
          <p:cNvGrpSpPr/>
          <p:nvPr/>
        </p:nvGrpSpPr>
        <p:grpSpPr>
          <a:xfrm>
            <a:off x="477337" y="1429589"/>
            <a:ext cx="2584795" cy="2405291"/>
            <a:chOff x="477337" y="1429589"/>
            <a:chExt cx="2584795" cy="2405291"/>
          </a:xfrm>
        </p:grpSpPr>
        <p:sp>
          <p:nvSpPr>
            <p:cNvPr id="4" name="Rectángulo 3">
              <a:extLst>
                <a:ext uri="{FF2B5EF4-FFF2-40B4-BE49-F238E27FC236}">
                  <a16:creationId xmlns:a16="http://schemas.microsoft.com/office/drawing/2014/main" id="{33BFFA30-9C06-1D23-C543-ABF0759986EA}"/>
                </a:ext>
              </a:extLst>
            </p:cNvPr>
            <p:cNvSpPr/>
            <p:nvPr/>
          </p:nvSpPr>
          <p:spPr>
            <a:xfrm>
              <a:off x="477337" y="1429589"/>
              <a:ext cx="2584795" cy="24052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Calculo Nomina</a:t>
              </a:r>
            </a:p>
          </p:txBody>
        </p:sp>
        <p:sp>
          <p:nvSpPr>
            <p:cNvPr id="7" name="Flecha: pentágono 6">
              <a:extLst>
                <a:ext uri="{FF2B5EF4-FFF2-40B4-BE49-F238E27FC236}">
                  <a16:creationId xmlns:a16="http://schemas.microsoft.com/office/drawing/2014/main" id="{EEE68754-79CF-0EB1-A7B9-24762E53D421}"/>
                </a:ext>
              </a:extLst>
            </p:cNvPr>
            <p:cNvSpPr/>
            <p:nvPr/>
          </p:nvSpPr>
          <p:spPr>
            <a:xfrm>
              <a:off x="2191791" y="3026203"/>
              <a:ext cx="727587" cy="570271"/>
            </a:xfrm>
            <a:prstGeom prst="homePlat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1</a:t>
              </a:r>
            </a:p>
          </p:txBody>
        </p:sp>
      </p:grpSp>
      <p:sp>
        <p:nvSpPr>
          <p:cNvPr id="8" name="Flecha: pentágono 7">
            <a:extLst>
              <a:ext uri="{FF2B5EF4-FFF2-40B4-BE49-F238E27FC236}">
                <a16:creationId xmlns:a16="http://schemas.microsoft.com/office/drawing/2014/main" id="{710A8492-766C-29D2-A23E-2F977C5C5127}"/>
              </a:ext>
            </a:extLst>
          </p:cNvPr>
          <p:cNvSpPr/>
          <p:nvPr/>
        </p:nvSpPr>
        <p:spPr>
          <a:xfrm>
            <a:off x="6631055" y="3059387"/>
            <a:ext cx="727587" cy="570271"/>
          </a:xfrm>
          <a:prstGeom prst="homePlat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2</a:t>
            </a:r>
          </a:p>
        </p:txBody>
      </p:sp>
      <p:sp>
        <p:nvSpPr>
          <p:cNvPr id="9" name="Flecha: pentágono 8">
            <a:extLst>
              <a:ext uri="{FF2B5EF4-FFF2-40B4-BE49-F238E27FC236}">
                <a16:creationId xmlns:a16="http://schemas.microsoft.com/office/drawing/2014/main" id="{7F5ADF74-E96A-35C0-CC8C-50C49B49F697}"/>
              </a:ext>
            </a:extLst>
          </p:cNvPr>
          <p:cNvSpPr/>
          <p:nvPr/>
        </p:nvSpPr>
        <p:spPr>
          <a:xfrm>
            <a:off x="10819598" y="3059387"/>
            <a:ext cx="727587" cy="570271"/>
          </a:xfrm>
          <a:prstGeom prst="homePlat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3</a:t>
            </a:r>
          </a:p>
        </p:txBody>
      </p:sp>
      <p:grpSp>
        <p:nvGrpSpPr>
          <p:cNvPr id="12" name="Grupo 11">
            <a:extLst>
              <a:ext uri="{FF2B5EF4-FFF2-40B4-BE49-F238E27FC236}">
                <a16:creationId xmlns:a16="http://schemas.microsoft.com/office/drawing/2014/main" id="{1E081EE4-4883-8AC8-018E-99CE05D2ADB5}"/>
              </a:ext>
            </a:extLst>
          </p:cNvPr>
          <p:cNvGrpSpPr/>
          <p:nvPr/>
        </p:nvGrpSpPr>
        <p:grpSpPr>
          <a:xfrm>
            <a:off x="3252478" y="4841234"/>
            <a:ext cx="5295158" cy="1026367"/>
            <a:chOff x="3448421" y="5031408"/>
            <a:chExt cx="5295158" cy="1026367"/>
          </a:xfrm>
        </p:grpSpPr>
        <p:sp>
          <p:nvSpPr>
            <p:cNvPr id="3" name="Rectángulo 2">
              <a:extLst>
                <a:ext uri="{FF2B5EF4-FFF2-40B4-BE49-F238E27FC236}">
                  <a16:creationId xmlns:a16="http://schemas.microsoft.com/office/drawing/2014/main" id="{246B66D0-2E85-B00B-15CF-2514499ACD15}"/>
                </a:ext>
              </a:extLst>
            </p:cNvPr>
            <p:cNvSpPr/>
            <p:nvPr/>
          </p:nvSpPr>
          <p:spPr>
            <a:xfrm>
              <a:off x="5330890" y="5031408"/>
              <a:ext cx="1530220" cy="102636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Process</a:t>
              </a:r>
            </a:p>
          </p:txBody>
        </p:sp>
        <p:sp>
          <p:nvSpPr>
            <p:cNvPr id="10" name="Flecha: a la derecha 9">
              <a:extLst>
                <a:ext uri="{FF2B5EF4-FFF2-40B4-BE49-F238E27FC236}">
                  <a16:creationId xmlns:a16="http://schemas.microsoft.com/office/drawing/2014/main" id="{68E84D69-AA9F-CE05-4921-7F1D13DBD232}"/>
                </a:ext>
              </a:extLst>
            </p:cNvPr>
            <p:cNvSpPr/>
            <p:nvPr/>
          </p:nvSpPr>
          <p:spPr>
            <a:xfrm>
              <a:off x="3448421" y="5221581"/>
              <a:ext cx="1653109" cy="64602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Input</a:t>
              </a:r>
            </a:p>
          </p:txBody>
        </p:sp>
        <p:sp>
          <p:nvSpPr>
            <p:cNvPr id="11" name="Flecha: a la derecha 10">
              <a:extLst>
                <a:ext uri="{FF2B5EF4-FFF2-40B4-BE49-F238E27FC236}">
                  <a16:creationId xmlns:a16="http://schemas.microsoft.com/office/drawing/2014/main" id="{5120EAD0-8027-5E3A-31AD-EB7E9D70CD0B}"/>
                </a:ext>
              </a:extLst>
            </p:cNvPr>
            <p:cNvSpPr/>
            <p:nvPr/>
          </p:nvSpPr>
          <p:spPr>
            <a:xfrm>
              <a:off x="7090470" y="5221581"/>
              <a:ext cx="1653109" cy="64602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Output</a:t>
              </a:r>
            </a:p>
          </p:txBody>
        </p:sp>
      </p:grpSp>
    </p:spTree>
    <p:extLst>
      <p:ext uri="{BB962C8B-B14F-4D97-AF65-F5344CB8AC3E}">
        <p14:creationId xmlns:p14="http://schemas.microsoft.com/office/powerpoint/2010/main" val="1058237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ACE6C6-AE7A-4DC9-8661-9CE3F67831F5}"/>
              </a:ext>
            </a:extLst>
          </p:cNvPr>
          <p:cNvSpPr>
            <a:spLocks noGrp="1"/>
          </p:cNvSpPr>
          <p:nvPr>
            <p:ph type="title"/>
          </p:nvPr>
        </p:nvSpPr>
        <p:spPr/>
        <p:txBody>
          <a:bodyPr/>
          <a:lstStyle/>
          <a:p>
            <a:r>
              <a:rPr lang="es-MX" dirty="0"/>
              <a:t>Planteamiento</a:t>
            </a:r>
          </a:p>
        </p:txBody>
      </p:sp>
      <p:sp>
        <p:nvSpPr>
          <p:cNvPr id="3" name="Marcador de contenido 2">
            <a:extLst>
              <a:ext uri="{FF2B5EF4-FFF2-40B4-BE49-F238E27FC236}">
                <a16:creationId xmlns:a16="http://schemas.microsoft.com/office/drawing/2014/main" id="{A34598AB-3F0C-E5A3-DEED-5039447FF075}"/>
              </a:ext>
            </a:extLst>
          </p:cNvPr>
          <p:cNvSpPr>
            <a:spLocks noGrp="1"/>
          </p:cNvSpPr>
          <p:nvPr>
            <p:ph idx="1"/>
          </p:nvPr>
        </p:nvSpPr>
        <p:spPr/>
        <p:txBody>
          <a:bodyPr/>
          <a:lstStyle/>
          <a:p>
            <a:endParaRPr lang="es-MX" dirty="0"/>
          </a:p>
        </p:txBody>
      </p:sp>
      <p:sp>
        <p:nvSpPr>
          <p:cNvPr id="4" name="Marcador de pie de página 3">
            <a:extLst>
              <a:ext uri="{FF2B5EF4-FFF2-40B4-BE49-F238E27FC236}">
                <a16:creationId xmlns:a16="http://schemas.microsoft.com/office/drawing/2014/main" id="{772DA3BE-5BEF-A7DD-0839-3D9111819A0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46718AD8-C846-25BF-681A-22F247C74B1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25</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grpSp>
        <p:nvGrpSpPr>
          <p:cNvPr id="6" name="Grupo 5">
            <a:extLst>
              <a:ext uri="{FF2B5EF4-FFF2-40B4-BE49-F238E27FC236}">
                <a16:creationId xmlns:a16="http://schemas.microsoft.com/office/drawing/2014/main" id="{2735034D-6199-D8A1-E0EB-1C5C8FE1F388}"/>
              </a:ext>
            </a:extLst>
          </p:cNvPr>
          <p:cNvGrpSpPr/>
          <p:nvPr/>
        </p:nvGrpSpPr>
        <p:grpSpPr>
          <a:xfrm>
            <a:off x="3252478" y="4841234"/>
            <a:ext cx="5295158" cy="1026367"/>
            <a:chOff x="3448421" y="5031408"/>
            <a:chExt cx="5295158" cy="1026367"/>
          </a:xfrm>
        </p:grpSpPr>
        <p:sp>
          <p:nvSpPr>
            <p:cNvPr id="7" name="Rectángulo 6">
              <a:extLst>
                <a:ext uri="{FF2B5EF4-FFF2-40B4-BE49-F238E27FC236}">
                  <a16:creationId xmlns:a16="http://schemas.microsoft.com/office/drawing/2014/main" id="{1886E1A5-C7BA-F56D-07B2-8B34E8CEDD6F}"/>
                </a:ext>
              </a:extLst>
            </p:cNvPr>
            <p:cNvSpPr/>
            <p:nvPr/>
          </p:nvSpPr>
          <p:spPr>
            <a:xfrm>
              <a:off x="5330890" y="5031408"/>
              <a:ext cx="1530220" cy="102636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Process</a:t>
              </a:r>
            </a:p>
          </p:txBody>
        </p:sp>
        <p:sp>
          <p:nvSpPr>
            <p:cNvPr id="8" name="Flecha: a la derecha 7">
              <a:extLst>
                <a:ext uri="{FF2B5EF4-FFF2-40B4-BE49-F238E27FC236}">
                  <a16:creationId xmlns:a16="http://schemas.microsoft.com/office/drawing/2014/main" id="{367C6AD9-89B0-72E4-1DB6-B4BEF2D3C126}"/>
                </a:ext>
              </a:extLst>
            </p:cNvPr>
            <p:cNvSpPr/>
            <p:nvPr/>
          </p:nvSpPr>
          <p:spPr>
            <a:xfrm>
              <a:off x="3448421" y="5221581"/>
              <a:ext cx="1653109" cy="64602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Input</a:t>
              </a:r>
            </a:p>
          </p:txBody>
        </p:sp>
        <p:sp>
          <p:nvSpPr>
            <p:cNvPr id="9" name="Flecha: a la derecha 8">
              <a:extLst>
                <a:ext uri="{FF2B5EF4-FFF2-40B4-BE49-F238E27FC236}">
                  <a16:creationId xmlns:a16="http://schemas.microsoft.com/office/drawing/2014/main" id="{79FBC842-531D-2B87-8E73-8451A12857D7}"/>
                </a:ext>
              </a:extLst>
            </p:cNvPr>
            <p:cNvSpPr/>
            <p:nvPr/>
          </p:nvSpPr>
          <p:spPr>
            <a:xfrm>
              <a:off x="7090470" y="5221581"/>
              <a:ext cx="1653109" cy="646020"/>
            </a:xfrm>
            <a:prstGeom prst="rightArrow">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Output</a:t>
              </a:r>
            </a:p>
          </p:txBody>
        </p:sp>
      </p:grpSp>
      <p:grpSp>
        <p:nvGrpSpPr>
          <p:cNvPr id="10" name="Grupo 9">
            <a:extLst>
              <a:ext uri="{FF2B5EF4-FFF2-40B4-BE49-F238E27FC236}">
                <a16:creationId xmlns:a16="http://schemas.microsoft.com/office/drawing/2014/main" id="{6F2C4190-F66A-B465-27A9-B7005B0CC24F}"/>
              </a:ext>
            </a:extLst>
          </p:cNvPr>
          <p:cNvGrpSpPr/>
          <p:nvPr/>
        </p:nvGrpSpPr>
        <p:grpSpPr>
          <a:xfrm>
            <a:off x="4651202" y="1826593"/>
            <a:ext cx="2584795" cy="2405291"/>
            <a:chOff x="477337" y="1429589"/>
            <a:chExt cx="2584795" cy="2405291"/>
          </a:xfrm>
        </p:grpSpPr>
        <p:sp>
          <p:nvSpPr>
            <p:cNvPr id="11" name="Rectángulo 10">
              <a:extLst>
                <a:ext uri="{FF2B5EF4-FFF2-40B4-BE49-F238E27FC236}">
                  <a16:creationId xmlns:a16="http://schemas.microsoft.com/office/drawing/2014/main" id="{84831DAF-AC6D-9CA5-7D12-E82B0BD0EE0A}"/>
                </a:ext>
              </a:extLst>
            </p:cNvPr>
            <p:cNvSpPr/>
            <p:nvPr/>
          </p:nvSpPr>
          <p:spPr>
            <a:xfrm>
              <a:off x="477337" y="1429589"/>
              <a:ext cx="2584795" cy="24052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Calculo Nomina</a:t>
              </a:r>
            </a:p>
          </p:txBody>
        </p:sp>
        <p:sp>
          <p:nvSpPr>
            <p:cNvPr id="12" name="Flecha: pentágono 11">
              <a:extLst>
                <a:ext uri="{FF2B5EF4-FFF2-40B4-BE49-F238E27FC236}">
                  <a16:creationId xmlns:a16="http://schemas.microsoft.com/office/drawing/2014/main" id="{3D8F16FD-162D-5555-A417-C80A87CFE568}"/>
                </a:ext>
              </a:extLst>
            </p:cNvPr>
            <p:cNvSpPr/>
            <p:nvPr/>
          </p:nvSpPr>
          <p:spPr>
            <a:xfrm>
              <a:off x="2191791" y="3026203"/>
              <a:ext cx="727587" cy="570271"/>
            </a:xfrm>
            <a:prstGeom prst="homePlat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dirty="0"/>
                <a:t>1</a:t>
              </a:r>
            </a:p>
          </p:txBody>
        </p:sp>
      </p:grpSp>
    </p:spTree>
    <p:extLst>
      <p:ext uri="{BB962C8B-B14F-4D97-AF65-F5344CB8AC3E}">
        <p14:creationId xmlns:p14="http://schemas.microsoft.com/office/powerpoint/2010/main" val="4115868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56E7D7-42B9-8FD7-B3E3-9B9DDE62ADFC}"/>
              </a:ext>
            </a:extLst>
          </p:cNvPr>
          <p:cNvSpPr>
            <a:spLocks noGrp="1"/>
          </p:cNvSpPr>
          <p:nvPr>
            <p:ph type="title"/>
          </p:nvPr>
        </p:nvSpPr>
        <p:spPr/>
        <p:txBody>
          <a:bodyPr/>
          <a:lstStyle/>
          <a:p>
            <a:endParaRPr lang="es-MX"/>
          </a:p>
        </p:txBody>
      </p:sp>
      <p:sp>
        <p:nvSpPr>
          <p:cNvPr id="4" name="Marcador de pie de página 3">
            <a:extLst>
              <a:ext uri="{FF2B5EF4-FFF2-40B4-BE49-F238E27FC236}">
                <a16:creationId xmlns:a16="http://schemas.microsoft.com/office/drawing/2014/main" id="{F6B5BD52-6EC5-9651-38D7-2B50AA1E9611}"/>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8C744E49-88EC-5602-51FD-8B8DAFD404B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26</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7" name="Imagen 6">
            <a:extLst>
              <a:ext uri="{FF2B5EF4-FFF2-40B4-BE49-F238E27FC236}">
                <a16:creationId xmlns:a16="http://schemas.microsoft.com/office/drawing/2014/main" id="{D25A5B1E-1094-5F6D-0E11-E01D4C6063EC}"/>
              </a:ext>
            </a:extLst>
          </p:cNvPr>
          <p:cNvPicPr>
            <a:picLocks noChangeAspect="1"/>
          </p:cNvPicPr>
          <p:nvPr/>
        </p:nvPicPr>
        <p:blipFill>
          <a:blip r:embed="rId2"/>
          <a:stretch>
            <a:fillRect/>
          </a:stretch>
        </p:blipFill>
        <p:spPr>
          <a:xfrm>
            <a:off x="0" y="397280"/>
            <a:ext cx="12192000" cy="6063439"/>
          </a:xfrm>
          <a:prstGeom prst="rect">
            <a:avLst/>
          </a:prstGeom>
        </p:spPr>
      </p:pic>
    </p:spTree>
    <p:extLst>
      <p:ext uri="{BB962C8B-B14F-4D97-AF65-F5344CB8AC3E}">
        <p14:creationId xmlns:p14="http://schemas.microsoft.com/office/powerpoint/2010/main" val="2855141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7EEB359-9353-ECD8-930C-F5CBFF05F737}"/>
              </a:ext>
            </a:extLst>
          </p:cNvPr>
          <p:cNvSpPr>
            <a:spLocks noGrp="1"/>
          </p:cNvSpPr>
          <p:nvPr>
            <p:ph type="body" sz="quarter" idx="13"/>
          </p:nvPr>
        </p:nvSpPr>
        <p:spPr/>
        <p:txBody>
          <a:bodyPr/>
          <a:lstStyle/>
          <a:p>
            <a:r>
              <a:rPr lang="es-MX" dirty="0" err="1"/>
              <a:t>dummy</a:t>
            </a:r>
            <a:endParaRPr lang="es-MX" dirty="0"/>
          </a:p>
        </p:txBody>
      </p:sp>
      <p:sp>
        <p:nvSpPr>
          <p:cNvPr id="4" name="Marcador de pie de página 3">
            <a:extLst>
              <a:ext uri="{FF2B5EF4-FFF2-40B4-BE49-F238E27FC236}">
                <a16:creationId xmlns:a16="http://schemas.microsoft.com/office/drawing/2014/main" id="{CFAEC955-7CEF-604C-64F6-DEF3344FD470}"/>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BCAACDAD-5E4D-3E30-357A-078D17A7ECD8}"/>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27</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Rectángulo 5">
            <a:extLst>
              <a:ext uri="{FF2B5EF4-FFF2-40B4-BE49-F238E27FC236}">
                <a16:creationId xmlns:a16="http://schemas.microsoft.com/office/drawing/2014/main" id="{6A34B763-681C-FD20-83A2-6FF48B64BD28}"/>
              </a:ext>
            </a:extLst>
          </p:cNvPr>
          <p:cNvSpPr/>
          <p:nvPr/>
        </p:nvSpPr>
        <p:spPr>
          <a:xfrm>
            <a:off x="2797492" y="3429000"/>
            <a:ext cx="2355273" cy="14478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endParaRPr lang="es-MX" sz="2000" dirty="0" err="1"/>
          </a:p>
        </p:txBody>
      </p:sp>
      <p:cxnSp>
        <p:nvCxnSpPr>
          <p:cNvPr id="8" name="Conector recto 7">
            <a:extLst>
              <a:ext uri="{FF2B5EF4-FFF2-40B4-BE49-F238E27FC236}">
                <a16:creationId xmlns:a16="http://schemas.microsoft.com/office/drawing/2014/main" id="{5F271928-298C-0916-A1CC-DB72D62667AE}"/>
              </a:ext>
            </a:extLst>
          </p:cNvPr>
          <p:cNvCxnSpPr>
            <a:endCxn id="6" idx="1"/>
          </p:cNvCxnSpPr>
          <p:nvPr/>
        </p:nvCxnSpPr>
        <p:spPr>
          <a:xfrm flipH="1">
            <a:off x="2797492" y="3429000"/>
            <a:ext cx="2355273" cy="723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Conector recto 9">
            <a:extLst>
              <a:ext uri="{FF2B5EF4-FFF2-40B4-BE49-F238E27FC236}">
                <a16:creationId xmlns:a16="http://schemas.microsoft.com/office/drawing/2014/main" id="{4379EEBC-112E-630C-B4AC-C4C6494BB91B}"/>
              </a:ext>
            </a:extLst>
          </p:cNvPr>
          <p:cNvCxnSpPr>
            <a:stCxn id="6" idx="1"/>
          </p:cNvCxnSpPr>
          <p:nvPr/>
        </p:nvCxnSpPr>
        <p:spPr>
          <a:xfrm>
            <a:off x="2797492" y="4152900"/>
            <a:ext cx="2355273" cy="723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97F83419-99D0-8DBD-BCEE-940E51B2203B}"/>
              </a:ext>
            </a:extLst>
          </p:cNvPr>
          <p:cNvCxnSpPr/>
          <p:nvPr/>
        </p:nvCxnSpPr>
        <p:spPr>
          <a:xfrm>
            <a:off x="3517641" y="2752531"/>
            <a:ext cx="0" cy="676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E8C4F405-8552-D0D5-3F97-72061ECB0E39}"/>
              </a:ext>
            </a:extLst>
          </p:cNvPr>
          <p:cNvSpPr txBox="1"/>
          <p:nvPr/>
        </p:nvSpPr>
        <p:spPr>
          <a:xfrm>
            <a:off x="3618645" y="2417406"/>
            <a:ext cx="1604865" cy="727788"/>
          </a:xfrm>
          <a:prstGeom prst="rect">
            <a:avLst/>
          </a:prstGeom>
        </p:spPr>
        <p:txBody>
          <a:bodyPr vert="horz" wrap="square" lIns="0" tIns="0" rIns="0" bIns="0" rtlCol="0">
            <a:noAutofit/>
          </a:bodyPr>
          <a:lstStyle/>
          <a:p>
            <a:pPr algn="l"/>
            <a:endParaRPr lang="es-MX" dirty="0"/>
          </a:p>
        </p:txBody>
      </p:sp>
      <p:sp>
        <p:nvSpPr>
          <p:cNvPr id="14" name="CuadroTexto 13">
            <a:extLst>
              <a:ext uri="{FF2B5EF4-FFF2-40B4-BE49-F238E27FC236}">
                <a16:creationId xmlns:a16="http://schemas.microsoft.com/office/drawing/2014/main" id="{D115762B-305A-A24A-A20B-A2C5DA8D1696}"/>
              </a:ext>
            </a:extLst>
          </p:cNvPr>
          <p:cNvSpPr txBox="1"/>
          <p:nvPr/>
        </p:nvSpPr>
        <p:spPr>
          <a:xfrm>
            <a:off x="3618645" y="2611016"/>
            <a:ext cx="951722" cy="426826"/>
          </a:xfrm>
          <a:prstGeom prst="rect">
            <a:avLst/>
          </a:prstGeom>
        </p:spPr>
        <p:txBody>
          <a:bodyPr vert="horz" wrap="square" lIns="0" tIns="0" rIns="0" bIns="0" rtlCol="0">
            <a:noAutofit/>
          </a:bodyPr>
          <a:lstStyle/>
          <a:p>
            <a:pPr algn="l"/>
            <a:r>
              <a:rPr lang="es-MX" dirty="0"/>
              <a:t>In</a:t>
            </a:r>
          </a:p>
        </p:txBody>
      </p:sp>
      <p:sp>
        <p:nvSpPr>
          <p:cNvPr id="16" name="CuadroTexto 15">
            <a:extLst>
              <a:ext uri="{FF2B5EF4-FFF2-40B4-BE49-F238E27FC236}">
                <a16:creationId xmlns:a16="http://schemas.microsoft.com/office/drawing/2014/main" id="{E4F9F2E6-F587-682D-F38B-0BB4F69B1D30}"/>
              </a:ext>
            </a:extLst>
          </p:cNvPr>
          <p:cNvSpPr txBox="1"/>
          <p:nvPr/>
        </p:nvSpPr>
        <p:spPr>
          <a:xfrm>
            <a:off x="3144417" y="3591510"/>
            <a:ext cx="559836" cy="335902"/>
          </a:xfrm>
          <a:prstGeom prst="rect">
            <a:avLst/>
          </a:prstGeom>
        </p:spPr>
        <p:txBody>
          <a:bodyPr vert="horz" wrap="square" lIns="0" tIns="0" rIns="0" bIns="0" rtlCol="0">
            <a:noAutofit/>
          </a:bodyPr>
          <a:lstStyle/>
          <a:p>
            <a:pPr algn="l"/>
            <a:r>
              <a:rPr lang="es-MX" dirty="0"/>
              <a:t>i=0</a:t>
            </a:r>
          </a:p>
        </p:txBody>
      </p:sp>
      <p:sp>
        <p:nvSpPr>
          <p:cNvPr id="17" name="CuadroTexto 16">
            <a:extLst>
              <a:ext uri="{FF2B5EF4-FFF2-40B4-BE49-F238E27FC236}">
                <a16:creationId xmlns:a16="http://schemas.microsoft.com/office/drawing/2014/main" id="{F7AB17C8-AA6A-5546-965F-862AEBF3849D}"/>
              </a:ext>
            </a:extLst>
          </p:cNvPr>
          <p:cNvSpPr txBox="1"/>
          <p:nvPr/>
        </p:nvSpPr>
        <p:spPr>
          <a:xfrm>
            <a:off x="4094506" y="4020040"/>
            <a:ext cx="951722" cy="426826"/>
          </a:xfrm>
          <a:prstGeom prst="rect">
            <a:avLst/>
          </a:prstGeom>
        </p:spPr>
        <p:txBody>
          <a:bodyPr vert="horz" wrap="square" lIns="0" tIns="0" rIns="0" bIns="0" rtlCol="0">
            <a:noAutofit/>
          </a:bodyPr>
          <a:lstStyle/>
          <a:p>
            <a:pPr algn="l"/>
            <a:r>
              <a:rPr lang="es-MX" dirty="0"/>
              <a:t>i&gt;</a:t>
            </a:r>
            <a:r>
              <a:rPr lang="es-MX" dirty="0" err="1"/>
              <a:t>row</a:t>
            </a:r>
            <a:endParaRPr lang="es-MX" dirty="0"/>
          </a:p>
        </p:txBody>
      </p:sp>
      <p:sp>
        <p:nvSpPr>
          <p:cNvPr id="18" name="CuadroTexto 17">
            <a:extLst>
              <a:ext uri="{FF2B5EF4-FFF2-40B4-BE49-F238E27FC236}">
                <a16:creationId xmlns:a16="http://schemas.microsoft.com/office/drawing/2014/main" id="{7F096F9F-38D7-0833-BE1C-A9C258253FDE}"/>
              </a:ext>
            </a:extLst>
          </p:cNvPr>
          <p:cNvSpPr txBox="1"/>
          <p:nvPr/>
        </p:nvSpPr>
        <p:spPr>
          <a:xfrm>
            <a:off x="2948474" y="4432140"/>
            <a:ext cx="951722" cy="426826"/>
          </a:xfrm>
          <a:prstGeom prst="rect">
            <a:avLst/>
          </a:prstGeom>
        </p:spPr>
        <p:txBody>
          <a:bodyPr vert="horz" wrap="square" lIns="0" tIns="0" rIns="0" bIns="0" rtlCol="0">
            <a:noAutofit/>
          </a:bodyPr>
          <a:lstStyle/>
          <a:p>
            <a:pPr algn="l"/>
            <a:r>
              <a:rPr lang="es-MX" dirty="0"/>
              <a:t>i++</a:t>
            </a:r>
          </a:p>
        </p:txBody>
      </p:sp>
      <p:cxnSp>
        <p:nvCxnSpPr>
          <p:cNvPr id="20" name="Conector recto de flecha 19">
            <a:extLst>
              <a:ext uri="{FF2B5EF4-FFF2-40B4-BE49-F238E27FC236}">
                <a16:creationId xmlns:a16="http://schemas.microsoft.com/office/drawing/2014/main" id="{62AB1D68-E4DB-4325-30F0-694B71928906}"/>
              </a:ext>
            </a:extLst>
          </p:cNvPr>
          <p:cNvCxnSpPr/>
          <p:nvPr/>
        </p:nvCxnSpPr>
        <p:spPr>
          <a:xfrm>
            <a:off x="5152765" y="3790950"/>
            <a:ext cx="138799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A00B17D5-33A3-45D2-9C65-31DA4436F029}"/>
              </a:ext>
            </a:extLst>
          </p:cNvPr>
          <p:cNvSpPr txBox="1"/>
          <p:nvPr/>
        </p:nvSpPr>
        <p:spPr>
          <a:xfrm>
            <a:off x="5712086" y="3429000"/>
            <a:ext cx="951722" cy="426826"/>
          </a:xfrm>
          <a:prstGeom prst="rect">
            <a:avLst/>
          </a:prstGeom>
        </p:spPr>
        <p:txBody>
          <a:bodyPr vert="horz" wrap="square" lIns="0" tIns="0" rIns="0" bIns="0" rtlCol="0">
            <a:noAutofit/>
          </a:bodyPr>
          <a:lstStyle/>
          <a:p>
            <a:pPr algn="l"/>
            <a:r>
              <a:rPr lang="es-MX" dirty="0" err="1"/>
              <a:t>Out</a:t>
            </a:r>
            <a:endParaRPr lang="es-MX" dirty="0"/>
          </a:p>
        </p:txBody>
      </p:sp>
      <p:cxnSp>
        <p:nvCxnSpPr>
          <p:cNvPr id="25" name="Conector: curvado 24">
            <a:extLst>
              <a:ext uri="{FF2B5EF4-FFF2-40B4-BE49-F238E27FC236}">
                <a16:creationId xmlns:a16="http://schemas.microsoft.com/office/drawing/2014/main" id="{E3FEBF57-3208-D261-1F1F-BE69518A0AA1}"/>
              </a:ext>
            </a:extLst>
          </p:cNvPr>
          <p:cNvCxnSpPr>
            <a:cxnSpLocks/>
          </p:cNvCxnSpPr>
          <p:nvPr/>
        </p:nvCxnSpPr>
        <p:spPr>
          <a:xfrm rot="10800000" flipV="1">
            <a:off x="3144417" y="4446865"/>
            <a:ext cx="2008350" cy="791883"/>
          </a:xfrm>
          <a:prstGeom prst="curvedConnector3">
            <a:avLst>
              <a:gd name="adj1" fmla="val -26658"/>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ítulo 28">
            <a:extLst>
              <a:ext uri="{FF2B5EF4-FFF2-40B4-BE49-F238E27FC236}">
                <a16:creationId xmlns:a16="http://schemas.microsoft.com/office/drawing/2014/main" id="{E9DA60B2-652A-D593-2195-1B83F9BCD97C}"/>
              </a:ext>
            </a:extLst>
          </p:cNvPr>
          <p:cNvSpPr txBox="1">
            <a:spLocks noGrp="1"/>
          </p:cNvSpPr>
          <p:nvPr>
            <p:ph type="title"/>
          </p:nvPr>
        </p:nvSpPr>
        <p:spPr>
          <a:xfrm>
            <a:off x="371475" y="2286000"/>
            <a:ext cx="7315200" cy="3886200"/>
          </a:xfrm>
          <a:prstGeom prst="rect">
            <a:avLst/>
          </a:prstGeom>
        </p:spPr>
        <p:txBody>
          <a:bodyPr vert="horz" wrap="square" lIns="0" tIns="0" rIns="0" bIns="0" rtlCol="0">
            <a:noAutofit/>
          </a:bodyPr>
          <a:lstStyle/>
          <a:p>
            <a:pPr algn="l"/>
            <a:endParaRPr lang="es-MX" dirty="0"/>
          </a:p>
        </p:txBody>
      </p:sp>
      <p:sp>
        <p:nvSpPr>
          <p:cNvPr id="30" name="CuadroTexto 29">
            <a:extLst>
              <a:ext uri="{FF2B5EF4-FFF2-40B4-BE49-F238E27FC236}">
                <a16:creationId xmlns:a16="http://schemas.microsoft.com/office/drawing/2014/main" id="{78317299-C7AF-9100-B75B-D5FAB7EE6F4E}"/>
              </a:ext>
            </a:extLst>
          </p:cNvPr>
          <p:cNvSpPr txBox="1"/>
          <p:nvPr/>
        </p:nvSpPr>
        <p:spPr>
          <a:xfrm>
            <a:off x="4676904" y="2452082"/>
            <a:ext cx="951722" cy="426826"/>
          </a:xfrm>
          <a:prstGeom prst="rect">
            <a:avLst/>
          </a:prstGeom>
        </p:spPr>
        <p:txBody>
          <a:bodyPr vert="horz" wrap="square" lIns="0" tIns="0" rIns="0" bIns="0" rtlCol="0">
            <a:noAutofit/>
          </a:bodyPr>
          <a:lstStyle/>
          <a:p>
            <a:pPr algn="l"/>
            <a:r>
              <a:rPr lang="es-MX" dirty="0"/>
              <a:t>Int </a:t>
            </a:r>
            <a:r>
              <a:rPr lang="es-MX" dirty="0" err="1"/>
              <a:t>row</a:t>
            </a:r>
            <a:r>
              <a:rPr lang="es-MX" dirty="0"/>
              <a:t>=78;</a:t>
            </a:r>
          </a:p>
        </p:txBody>
      </p:sp>
      <p:sp>
        <p:nvSpPr>
          <p:cNvPr id="31" name="CuadroTexto 30">
            <a:extLst>
              <a:ext uri="{FF2B5EF4-FFF2-40B4-BE49-F238E27FC236}">
                <a16:creationId xmlns:a16="http://schemas.microsoft.com/office/drawing/2014/main" id="{CD52F4AA-FDE6-AA0A-233C-EB9EAEBFDA1C}"/>
              </a:ext>
            </a:extLst>
          </p:cNvPr>
          <p:cNvSpPr txBox="1"/>
          <p:nvPr/>
        </p:nvSpPr>
        <p:spPr>
          <a:xfrm>
            <a:off x="4764677" y="3664724"/>
            <a:ext cx="951722" cy="426826"/>
          </a:xfrm>
          <a:prstGeom prst="rect">
            <a:avLst/>
          </a:prstGeom>
        </p:spPr>
        <p:txBody>
          <a:bodyPr vert="horz" wrap="square" lIns="0" tIns="0" rIns="0" bIns="0" rtlCol="0">
            <a:noAutofit/>
          </a:bodyPr>
          <a:lstStyle/>
          <a:p>
            <a:pPr algn="l"/>
            <a:r>
              <a:rPr lang="es-MX" dirty="0"/>
              <a:t>yes</a:t>
            </a:r>
          </a:p>
        </p:txBody>
      </p:sp>
      <p:sp>
        <p:nvSpPr>
          <p:cNvPr id="32" name="CuadroTexto 31">
            <a:extLst>
              <a:ext uri="{FF2B5EF4-FFF2-40B4-BE49-F238E27FC236}">
                <a16:creationId xmlns:a16="http://schemas.microsoft.com/office/drawing/2014/main" id="{1DFDF9BC-F6A3-EB4D-7BF3-ABF6DCD08DA0}"/>
              </a:ext>
            </a:extLst>
          </p:cNvPr>
          <p:cNvSpPr txBox="1"/>
          <p:nvPr/>
        </p:nvSpPr>
        <p:spPr>
          <a:xfrm>
            <a:off x="4871214" y="4301437"/>
            <a:ext cx="951722" cy="426826"/>
          </a:xfrm>
          <a:prstGeom prst="rect">
            <a:avLst/>
          </a:prstGeom>
        </p:spPr>
        <p:txBody>
          <a:bodyPr vert="horz" wrap="square" lIns="0" tIns="0" rIns="0" bIns="0" rtlCol="0">
            <a:noAutofit/>
          </a:bodyPr>
          <a:lstStyle/>
          <a:p>
            <a:pPr algn="l"/>
            <a:r>
              <a:rPr lang="es-MX" dirty="0"/>
              <a:t>No</a:t>
            </a:r>
          </a:p>
        </p:txBody>
      </p:sp>
      <p:cxnSp>
        <p:nvCxnSpPr>
          <p:cNvPr id="34" name="Conector recto de flecha 33">
            <a:extLst>
              <a:ext uri="{FF2B5EF4-FFF2-40B4-BE49-F238E27FC236}">
                <a16:creationId xmlns:a16="http://schemas.microsoft.com/office/drawing/2014/main" id="{02154C2E-6EDE-4382-CBA1-75E82AF0F623}"/>
              </a:ext>
            </a:extLst>
          </p:cNvPr>
          <p:cNvCxnSpPr/>
          <p:nvPr/>
        </p:nvCxnSpPr>
        <p:spPr>
          <a:xfrm flipV="1">
            <a:off x="5152767" y="4432140"/>
            <a:ext cx="1387992" cy="1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ángulo 34">
            <a:extLst>
              <a:ext uri="{FF2B5EF4-FFF2-40B4-BE49-F238E27FC236}">
                <a16:creationId xmlns:a16="http://schemas.microsoft.com/office/drawing/2014/main" id="{704E92C5-FE70-6A2B-C2EC-7FA5C438661B}"/>
              </a:ext>
            </a:extLst>
          </p:cNvPr>
          <p:cNvSpPr/>
          <p:nvPr/>
        </p:nvSpPr>
        <p:spPr>
          <a:xfrm>
            <a:off x="6599644" y="4236222"/>
            <a:ext cx="914974" cy="42682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Kan</a:t>
            </a:r>
          </a:p>
        </p:txBody>
      </p:sp>
      <p:cxnSp>
        <p:nvCxnSpPr>
          <p:cNvPr id="37" name="Conector recto 36">
            <a:extLst>
              <a:ext uri="{FF2B5EF4-FFF2-40B4-BE49-F238E27FC236}">
                <a16:creationId xmlns:a16="http://schemas.microsoft.com/office/drawing/2014/main" id="{81D2EF28-B927-E622-4EE7-7F37B3C5218B}"/>
              </a:ext>
            </a:extLst>
          </p:cNvPr>
          <p:cNvCxnSpPr/>
          <p:nvPr/>
        </p:nvCxnSpPr>
        <p:spPr>
          <a:xfrm>
            <a:off x="7057131" y="4663048"/>
            <a:ext cx="0" cy="739376"/>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Conector recto 40">
            <a:extLst>
              <a:ext uri="{FF2B5EF4-FFF2-40B4-BE49-F238E27FC236}">
                <a16:creationId xmlns:a16="http://schemas.microsoft.com/office/drawing/2014/main" id="{236B2192-7416-F5C1-8154-F1E1412BF507}"/>
              </a:ext>
            </a:extLst>
          </p:cNvPr>
          <p:cNvCxnSpPr/>
          <p:nvPr/>
        </p:nvCxnSpPr>
        <p:spPr>
          <a:xfrm flipH="1">
            <a:off x="3975128" y="5402424"/>
            <a:ext cx="3082003" cy="653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Conector recto de flecha 42">
            <a:extLst>
              <a:ext uri="{FF2B5EF4-FFF2-40B4-BE49-F238E27FC236}">
                <a16:creationId xmlns:a16="http://schemas.microsoft.com/office/drawing/2014/main" id="{A2E5BA58-79BA-13C5-E957-A03F4C218E00}"/>
              </a:ext>
            </a:extLst>
          </p:cNvPr>
          <p:cNvCxnSpPr/>
          <p:nvPr/>
        </p:nvCxnSpPr>
        <p:spPr>
          <a:xfrm flipH="1" flipV="1">
            <a:off x="3900196" y="4876800"/>
            <a:ext cx="74932" cy="5909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CuadroTexto 43">
            <a:extLst>
              <a:ext uri="{FF2B5EF4-FFF2-40B4-BE49-F238E27FC236}">
                <a16:creationId xmlns:a16="http://schemas.microsoft.com/office/drawing/2014/main" id="{E4A51330-A93C-C247-65A2-63EF2BBE9501}"/>
              </a:ext>
            </a:extLst>
          </p:cNvPr>
          <p:cNvSpPr txBox="1"/>
          <p:nvPr/>
        </p:nvSpPr>
        <p:spPr>
          <a:xfrm>
            <a:off x="8343045" y="1317171"/>
            <a:ext cx="1845984" cy="426826"/>
          </a:xfrm>
          <a:prstGeom prst="rect">
            <a:avLst/>
          </a:prstGeom>
        </p:spPr>
        <p:txBody>
          <a:bodyPr vert="horz" wrap="square" lIns="0" tIns="0" rIns="0" bIns="0" rtlCol="0">
            <a:noAutofit/>
          </a:bodyPr>
          <a:lstStyle/>
          <a:p>
            <a:pPr algn="l"/>
            <a:r>
              <a:rPr lang="es-MX" dirty="0" err="1"/>
              <a:t>fx</a:t>
            </a:r>
            <a:r>
              <a:rPr lang="es-MX" dirty="0"/>
              <a:t>=i Lim&gt; </a:t>
            </a:r>
            <a:r>
              <a:rPr lang="es-MX" dirty="0" err="1"/>
              <a:t>row</a:t>
            </a:r>
            <a:endParaRPr lang="es-MX" dirty="0"/>
          </a:p>
        </p:txBody>
      </p:sp>
    </p:spTree>
    <p:extLst>
      <p:ext uri="{BB962C8B-B14F-4D97-AF65-F5344CB8AC3E}">
        <p14:creationId xmlns:p14="http://schemas.microsoft.com/office/powerpoint/2010/main" val="3897381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103C04-D747-0F47-510A-6F58B3FEB3D6}"/>
              </a:ext>
            </a:extLst>
          </p:cNvPr>
          <p:cNvSpPr>
            <a:spLocks noGrp="1"/>
          </p:cNvSpPr>
          <p:nvPr>
            <p:ph type="title"/>
          </p:nvPr>
        </p:nvSpPr>
        <p:spPr>
          <a:xfrm>
            <a:off x="371474" y="1357745"/>
            <a:ext cx="10407361" cy="4814455"/>
          </a:xfrm>
        </p:spPr>
        <p:txBody>
          <a:bodyPr/>
          <a:lstStyle/>
          <a:p>
            <a:r>
              <a:rPr lang="es-MX" dirty="0"/>
              <a:t>From </a:t>
            </a:r>
            <a:r>
              <a:rPr lang="es-MX" dirty="0" err="1"/>
              <a:t>spredsheet”example</a:t>
            </a:r>
            <a:r>
              <a:rPr lang="es-MX" dirty="0"/>
              <a:t>” do </a:t>
            </a:r>
            <a:br>
              <a:rPr lang="es-MX" dirty="0"/>
            </a:br>
            <a:r>
              <a:rPr lang="es-MX" dirty="0"/>
              <a:t>{</a:t>
            </a:r>
            <a:br>
              <a:rPr lang="es-MX" dirty="0"/>
            </a:br>
            <a:r>
              <a:rPr lang="es-MX" dirty="0"/>
              <a:t>	</a:t>
            </a:r>
            <a:r>
              <a:rPr lang="es-MX" dirty="0" err="1"/>
              <a:t>until</a:t>
            </a:r>
            <a:r>
              <a:rPr lang="es-MX" dirty="0"/>
              <a:t> </a:t>
            </a:r>
            <a:r>
              <a:rPr lang="es-MX" dirty="0" err="1"/>
              <a:t>rows</a:t>
            </a:r>
            <a:r>
              <a:rPr lang="es-MX" dirty="0"/>
              <a:t> &gt;0 do</a:t>
            </a:r>
            <a:br>
              <a:rPr lang="es-MX" dirty="0"/>
            </a:br>
            <a:r>
              <a:rPr lang="es-MX" dirty="0"/>
              <a:t>{</a:t>
            </a:r>
            <a:br>
              <a:rPr lang="es-MX" dirty="0"/>
            </a:br>
            <a:r>
              <a:rPr lang="es-MX" dirty="0"/>
              <a:t>	</a:t>
            </a:r>
            <a:r>
              <a:rPr lang="es-MX" dirty="0" err="1"/>
              <a:t>codigo</a:t>
            </a:r>
            <a:r>
              <a:rPr lang="es-MX" dirty="0"/>
              <a:t>=</a:t>
            </a:r>
            <a:r>
              <a:rPr lang="es-MX" dirty="0" err="1"/>
              <a:t>b.value</a:t>
            </a:r>
            <a:r>
              <a:rPr lang="es-MX" dirty="0"/>
              <a:t>;</a:t>
            </a:r>
            <a:br>
              <a:rPr lang="es-MX" dirty="0"/>
            </a:br>
            <a:r>
              <a:rPr lang="es-MX" dirty="0"/>
              <a:t>	</a:t>
            </a:r>
            <a:r>
              <a:rPr lang="es-MX" dirty="0" err="1"/>
              <a:t>FechaRegistro</a:t>
            </a:r>
            <a:r>
              <a:rPr lang="es-MX" dirty="0"/>
              <a:t>=</a:t>
            </a:r>
            <a:r>
              <a:rPr lang="es-MX" dirty="0" err="1"/>
              <a:t>h.value</a:t>
            </a:r>
            <a:r>
              <a:rPr lang="es-MX" dirty="0"/>
              <a:t>;</a:t>
            </a:r>
            <a:br>
              <a:rPr lang="es-MX" dirty="0"/>
            </a:br>
            <a:r>
              <a:rPr lang="es-MX" dirty="0"/>
              <a:t>}</a:t>
            </a:r>
            <a:br>
              <a:rPr lang="es-MX" dirty="0"/>
            </a:br>
            <a:br>
              <a:rPr lang="es-MX" dirty="0"/>
            </a:br>
            <a:r>
              <a:rPr lang="es-MX" dirty="0"/>
              <a:t>}</a:t>
            </a:r>
          </a:p>
        </p:txBody>
      </p:sp>
      <p:sp>
        <p:nvSpPr>
          <p:cNvPr id="4" name="Marcador de pie de página 3">
            <a:extLst>
              <a:ext uri="{FF2B5EF4-FFF2-40B4-BE49-F238E27FC236}">
                <a16:creationId xmlns:a16="http://schemas.microsoft.com/office/drawing/2014/main" id="{629DF29E-563B-27C2-482A-FB5D9B38E4C7}"/>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8457C331-2882-698F-C22E-0C10376BC2C3}"/>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28</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27268094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040D13-C16D-0037-6FB5-1B2CE68D6F59}"/>
              </a:ext>
            </a:extLst>
          </p:cNvPr>
          <p:cNvSpPr>
            <a:spLocks noGrp="1"/>
          </p:cNvSpPr>
          <p:nvPr>
            <p:ph type="title"/>
          </p:nvPr>
        </p:nvSpPr>
        <p:spPr>
          <a:xfrm>
            <a:off x="371475" y="1343608"/>
            <a:ext cx="7315200" cy="4828592"/>
          </a:xfrm>
        </p:spPr>
        <p:txBody>
          <a:bodyPr/>
          <a:lstStyle/>
          <a:p>
            <a:r>
              <a:rPr lang="es-MX" sz="1600" dirty="0" err="1"/>
              <a:t>Automatic</a:t>
            </a:r>
            <a:r>
              <a:rPr lang="es-MX" sz="1600" dirty="0"/>
              <a:t> Application </a:t>
            </a:r>
            <a:r>
              <a:rPr lang="es-MX" sz="1600" dirty="0" err="1"/>
              <a:t>Restart</a:t>
            </a:r>
            <a:br>
              <a:rPr lang="es-MX" sz="1600" dirty="0"/>
            </a:br>
            <a:br>
              <a:rPr lang="es-MX" sz="1600" dirty="0"/>
            </a:br>
            <a:r>
              <a:rPr lang="es-MX" sz="1600" dirty="0" err="1"/>
              <a:t>Automatic</a:t>
            </a:r>
            <a:r>
              <a:rPr lang="es-MX" sz="1600" dirty="0"/>
              <a:t> Browser </a:t>
            </a:r>
            <a:r>
              <a:rPr lang="es-MX" sz="1600" dirty="0" err="1"/>
              <a:t>Refresh</a:t>
            </a:r>
            <a:r>
              <a:rPr lang="es-MX" sz="1600" dirty="0"/>
              <a:t> and Templates cache </a:t>
            </a:r>
            <a:r>
              <a:rPr lang="es-MX" sz="1600" dirty="0" err="1"/>
              <a:t>disable</a:t>
            </a:r>
            <a:br>
              <a:rPr lang="es-MX" sz="1600" dirty="0"/>
            </a:br>
            <a:br>
              <a:rPr lang="es-MX" sz="1600" dirty="0"/>
            </a:br>
            <a:r>
              <a:rPr lang="es-MX" sz="1600" dirty="0" err="1"/>
              <a:t>Built</a:t>
            </a:r>
            <a:r>
              <a:rPr lang="es-MX" sz="1600" dirty="0"/>
              <a:t>-In H2 </a:t>
            </a:r>
            <a:r>
              <a:rPr lang="es-MX" sz="1600" dirty="0" err="1"/>
              <a:t>Console</a:t>
            </a:r>
            <a:r>
              <a:rPr lang="es-MX" sz="1600" dirty="0"/>
              <a:t> (H2-Console : H2 </a:t>
            </a:r>
            <a:r>
              <a:rPr lang="es-MX" sz="1600" dirty="0" err="1"/>
              <a:t>Database</a:t>
            </a:r>
            <a:r>
              <a:rPr lang="es-MX" sz="1600" dirty="0"/>
              <a:t>  )</a:t>
            </a:r>
            <a:br>
              <a:rPr lang="es-MX" sz="1600" dirty="0"/>
            </a:br>
            <a:r>
              <a:rPr lang="es-MX" sz="1600" dirty="0"/>
              <a:t>	link to Access H2 </a:t>
            </a:r>
            <a:r>
              <a:rPr lang="es-MX" sz="1600" dirty="0" err="1"/>
              <a:t>Console</a:t>
            </a:r>
            <a:r>
              <a:rPr lang="es-MX" sz="1600" dirty="0"/>
              <a:t> : localhost:8080/h2-console </a:t>
            </a:r>
            <a:br>
              <a:rPr lang="es-MX" sz="1600" dirty="0"/>
            </a:br>
            <a:br>
              <a:rPr lang="es-MX" sz="1600" dirty="0"/>
            </a:br>
            <a:br>
              <a:rPr lang="es-MX" sz="1600" dirty="0"/>
            </a:br>
            <a:br>
              <a:rPr lang="es-MX" sz="1600" dirty="0"/>
            </a:br>
            <a:br>
              <a:rPr lang="es-MX" sz="1600" dirty="0"/>
            </a:br>
            <a:endParaRPr lang="es-MX" sz="1600" dirty="0"/>
          </a:p>
        </p:txBody>
      </p:sp>
      <p:sp>
        <p:nvSpPr>
          <p:cNvPr id="3" name="Marcador de texto 2">
            <a:extLst>
              <a:ext uri="{FF2B5EF4-FFF2-40B4-BE49-F238E27FC236}">
                <a16:creationId xmlns:a16="http://schemas.microsoft.com/office/drawing/2014/main" id="{52979190-F61C-A316-7F51-89166EF47DAE}"/>
              </a:ext>
            </a:extLst>
          </p:cNvPr>
          <p:cNvSpPr>
            <a:spLocks noGrp="1"/>
          </p:cNvSpPr>
          <p:nvPr>
            <p:ph type="body" sz="quarter" idx="13"/>
          </p:nvPr>
        </p:nvSpPr>
        <p:spPr>
          <a:xfrm>
            <a:off x="371475" y="685800"/>
            <a:ext cx="7315200" cy="499188"/>
          </a:xfrm>
        </p:spPr>
        <p:txBody>
          <a:bodyPr/>
          <a:lstStyle/>
          <a:p>
            <a:r>
              <a:rPr lang="es-MX" sz="2000" dirty="0"/>
              <a:t>Spring </a:t>
            </a:r>
            <a:r>
              <a:rPr lang="es-MX" sz="2000" dirty="0" err="1"/>
              <a:t>Boot</a:t>
            </a:r>
            <a:r>
              <a:rPr lang="es-MX" sz="2000" dirty="0"/>
              <a:t> Dev Tools </a:t>
            </a:r>
          </a:p>
        </p:txBody>
      </p:sp>
      <p:sp>
        <p:nvSpPr>
          <p:cNvPr id="4" name="Marcador de pie de página 3">
            <a:extLst>
              <a:ext uri="{FF2B5EF4-FFF2-40B4-BE49-F238E27FC236}">
                <a16:creationId xmlns:a16="http://schemas.microsoft.com/office/drawing/2014/main" id="{69F5D1D9-D3E2-87B5-4CE0-4A7F7237B828}"/>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9B72026D-6822-8AEE-AD76-42DF810C936E}"/>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29</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1990887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FD96E2-F9E2-3980-6268-C233F8085A79}"/>
              </a:ext>
            </a:extLst>
          </p:cNvPr>
          <p:cNvSpPr>
            <a:spLocks noGrp="1"/>
          </p:cNvSpPr>
          <p:nvPr>
            <p:ph type="title"/>
          </p:nvPr>
        </p:nvSpPr>
        <p:spPr>
          <a:xfrm>
            <a:off x="371475" y="1296955"/>
            <a:ext cx="7315200" cy="4875245"/>
          </a:xfrm>
        </p:spPr>
        <p:txBody>
          <a:bodyPr/>
          <a:lstStyle/>
          <a:p>
            <a:r>
              <a:rPr lang="es-MX" sz="1600" dirty="0"/>
              <a:t>Spring MVC </a:t>
            </a:r>
            <a:r>
              <a:rPr lang="es-MX" sz="1600" dirty="0" err="1"/>
              <a:t>framework</a:t>
            </a:r>
            <a:r>
              <a:rPr lang="es-MX" sz="1600" dirty="0"/>
              <a:t> </a:t>
            </a:r>
            <a:br>
              <a:rPr lang="es-MX" sz="1600" dirty="0"/>
            </a:br>
            <a:r>
              <a:rPr lang="es-MX" sz="1600" dirty="0" err="1"/>
              <a:t>Embedded</a:t>
            </a:r>
            <a:r>
              <a:rPr lang="es-MX" sz="1600" dirty="0"/>
              <a:t> Tomcat</a:t>
            </a:r>
            <a:br>
              <a:rPr lang="es-MX" sz="1600" dirty="0"/>
            </a:br>
            <a:r>
              <a:rPr lang="es-MX" sz="1600" dirty="0" err="1"/>
              <a:t>Thymeleaf</a:t>
            </a:r>
            <a:r>
              <a:rPr lang="es-MX" sz="1600" dirty="0"/>
              <a:t> and </a:t>
            </a:r>
            <a:r>
              <a:rPr lang="es-MX" sz="1600" dirty="0" err="1"/>
              <a:t>the</a:t>
            </a:r>
            <a:r>
              <a:rPr lang="es-MX" sz="1600" dirty="0"/>
              <a:t> </a:t>
            </a:r>
            <a:r>
              <a:rPr lang="es-MX" sz="1600" dirty="0" err="1"/>
              <a:t>Thymeleaft</a:t>
            </a:r>
            <a:r>
              <a:rPr lang="es-MX" sz="1600" dirty="0"/>
              <a:t> </a:t>
            </a:r>
            <a:r>
              <a:rPr lang="es-MX" sz="1600" dirty="0" err="1"/>
              <a:t>layout</a:t>
            </a:r>
            <a:r>
              <a:rPr lang="es-MX" sz="1600" dirty="0"/>
              <a:t> </a:t>
            </a:r>
            <a:r>
              <a:rPr lang="es-MX" sz="1600" dirty="0" err="1"/>
              <a:t>dialect</a:t>
            </a:r>
            <a:r>
              <a:rPr lang="es-MX" sz="1600" dirty="0"/>
              <a:t> </a:t>
            </a:r>
            <a:br>
              <a:rPr lang="es-MX" sz="1600" dirty="0"/>
            </a:br>
            <a:br>
              <a:rPr lang="es-MX" sz="1600" dirty="0"/>
            </a:br>
            <a:endParaRPr lang="es-MX" sz="1600" dirty="0"/>
          </a:p>
        </p:txBody>
      </p:sp>
      <p:sp>
        <p:nvSpPr>
          <p:cNvPr id="3" name="Marcador de texto 2">
            <a:extLst>
              <a:ext uri="{FF2B5EF4-FFF2-40B4-BE49-F238E27FC236}">
                <a16:creationId xmlns:a16="http://schemas.microsoft.com/office/drawing/2014/main" id="{2AD81B89-F36A-EAC2-2200-11E5CABD5D35}"/>
              </a:ext>
            </a:extLst>
          </p:cNvPr>
          <p:cNvSpPr>
            <a:spLocks noGrp="1"/>
          </p:cNvSpPr>
          <p:nvPr>
            <p:ph type="body" sz="quarter" idx="13"/>
          </p:nvPr>
        </p:nvSpPr>
        <p:spPr>
          <a:xfrm>
            <a:off x="371475" y="685800"/>
            <a:ext cx="7315200" cy="377890"/>
          </a:xfrm>
        </p:spPr>
        <p:txBody>
          <a:bodyPr/>
          <a:lstStyle/>
          <a:p>
            <a:r>
              <a:rPr lang="es-MX" sz="1400" dirty="0" err="1"/>
              <a:t>Pom.xlm</a:t>
            </a:r>
            <a:r>
              <a:rPr lang="es-MX" sz="1400" dirty="0"/>
              <a:t> </a:t>
            </a:r>
          </a:p>
        </p:txBody>
      </p:sp>
      <p:sp>
        <p:nvSpPr>
          <p:cNvPr id="4" name="Marcador de pie de página 3">
            <a:extLst>
              <a:ext uri="{FF2B5EF4-FFF2-40B4-BE49-F238E27FC236}">
                <a16:creationId xmlns:a16="http://schemas.microsoft.com/office/drawing/2014/main" id="{6803739C-7E7E-8444-D8E4-29CF954BAC4B}"/>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AD4D5C1E-99F6-3DEF-D293-96A0224E871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30</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986066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8EC963-898D-1F10-3AFA-3AEC473439B5}"/>
              </a:ext>
            </a:extLst>
          </p:cNvPr>
          <p:cNvSpPr>
            <a:spLocks noGrp="1"/>
          </p:cNvSpPr>
          <p:nvPr>
            <p:ph type="title"/>
          </p:nvPr>
        </p:nvSpPr>
        <p:spPr>
          <a:xfrm>
            <a:off x="371475" y="653143"/>
            <a:ext cx="7315200" cy="5519057"/>
          </a:xfrm>
        </p:spPr>
        <p:txBody>
          <a:bodyPr/>
          <a:lstStyle/>
          <a:p>
            <a:endParaRPr lang="es-MX" dirty="0"/>
          </a:p>
        </p:txBody>
      </p:sp>
      <p:sp>
        <p:nvSpPr>
          <p:cNvPr id="4" name="Marcador de pie de página 3">
            <a:extLst>
              <a:ext uri="{FF2B5EF4-FFF2-40B4-BE49-F238E27FC236}">
                <a16:creationId xmlns:a16="http://schemas.microsoft.com/office/drawing/2014/main" id="{D8416730-21BF-095F-1D81-DA1BBCCA2343}"/>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3E83257F-6675-0BD0-F437-B55E22B0FA4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31</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6" name="Cilindro 5">
            <a:extLst>
              <a:ext uri="{FF2B5EF4-FFF2-40B4-BE49-F238E27FC236}">
                <a16:creationId xmlns:a16="http://schemas.microsoft.com/office/drawing/2014/main" id="{B414BEB1-B8EA-2CEA-2110-59F4E0F94233}"/>
              </a:ext>
            </a:extLst>
          </p:cNvPr>
          <p:cNvSpPr/>
          <p:nvPr/>
        </p:nvSpPr>
        <p:spPr>
          <a:xfrm>
            <a:off x="1438198" y="4573091"/>
            <a:ext cx="1651518" cy="1143000"/>
          </a:xfrm>
          <a:prstGeom prst="can">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Clientes</a:t>
            </a:r>
          </a:p>
        </p:txBody>
      </p:sp>
      <p:sp>
        <p:nvSpPr>
          <p:cNvPr id="7" name="Rectángulo 6">
            <a:extLst>
              <a:ext uri="{FF2B5EF4-FFF2-40B4-BE49-F238E27FC236}">
                <a16:creationId xmlns:a16="http://schemas.microsoft.com/office/drawing/2014/main" id="{CB49DD65-ED70-DDCB-928B-C764FA7DF1CD}"/>
              </a:ext>
            </a:extLst>
          </p:cNvPr>
          <p:cNvSpPr/>
          <p:nvPr/>
        </p:nvSpPr>
        <p:spPr>
          <a:xfrm>
            <a:off x="7445828" y="179978"/>
            <a:ext cx="2612572" cy="1129004"/>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Usuarios</a:t>
            </a:r>
          </a:p>
        </p:txBody>
      </p:sp>
      <p:sp>
        <p:nvSpPr>
          <p:cNvPr id="8" name="Rectángulo 7">
            <a:extLst>
              <a:ext uri="{FF2B5EF4-FFF2-40B4-BE49-F238E27FC236}">
                <a16:creationId xmlns:a16="http://schemas.microsoft.com/office/drawing/2014/main" id="{4AD7F71E-062E-5546-75EB-423C3AD2A43A}"/>
              </a:ext>
            </a:extLst>
          </p:cNvPr>
          <p:cNvSpPr/>
          <p:nvPr/>
        </p:nvSpPr>
        <p:spPr>
          <a:xfrm>
            <a:off x="7445828" y="1569512"/>
            <a:ext cx="2612572" cy="1129004"/>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Suscripcion</a:t>
            </a:r>
            <a:endParaRPr lang="es-MX" sz="2000" dirty="0"/>
          </a:p>
        </p:txBody>
      </p:sp>
      <p:sp>
        <p:nvSpPr>
          <p:cNvPr id="9" name="Rectángulo 8">
            <a:extLst>
              <a:ext uri="{FF2B5EF4-FFF2-40B4-BE49-F238E27FC236}">
                <a16:creationId xmlns:a16="http://schemas.microsoft.com/office/drawing/2014/main" id="{4A30B7C8-142E-50D9-788A-6CEA38875FE8}"/>
              </a:ext>
            </a:extLst>
          </p:cNvPr>
          <p:cNvSpPr/>
          <p:nvPr/>
        </p:nvSpPr>
        <p:spPr>
          <a:xfrm>
            <a:off x="10646228" y="179978"/>
            <a:ext cx="2612572" cy="1129004"/>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Control parental</a:t>
            </a:r>
          </a:p>
        </p:txBody>
      </p:sp>
      <p:sp>
        <p:nvSpPr>
          <p:cNvPr id="10" name="Rectángulo 9">
            <a:extLst>
              <a:ext uri="{FF2B5EF4-FFF2-40B4-BE49-F238E27FC236}">
                <a16:creationId xmlns:a16="http://schemas.microsoft.com/office/drawing/2014/main" id="{10CAB0D0-8168-1F35-C52F-278EC44FE7E7}"/>
              </a:ext>
            </a:extLst>
          </p:cNvPr>
          <p:cNvSpPr/>
          <p:nvPr/>
        </p:nvSpPr>
        <p:spPr>
          <a:xfrm>
            <a:off x="10711542" y="1569512"/>
            <a:ext cx="2612572" cy="1129004"/>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Nuevos </a:t>
            </a:r>
            <a:r>
              <a:rPr lang="es-MX" sz="2000" dirty="0" err="1"/>
              <a:t>Titulos</a:t>
            </a:r>
            <a:endParaRPr lang="es-MX" sz="2000" dirty="0"/>
          </a:p>
        </p:txBody>
      </p:sp>
      <p:sp>
        <p:nvSpPr>
          <p:cNvPr id="11" name="Rectángulo: esquinas diagonales cortadas 10">
            <a:extLst>
              <a:ext uri="{FF2B5EF4-FFF2-40B4-BE49-F238E27FC236}">
                <a16:creationId xmlns:a16="http://schemas.microsoft.com/office/drawing/2014/main" id="{BFECAE39-B993-72FA-C005-EFBC47A44176}"/>
              </a:ext>
            </a:extLst>
          </p:cNvPr>
          <p:cNvSpPr/>
          <p:nvPr/>
        </p:nvSpPr>
        <p:spPr>
          <a:xfrm>
            <a:off x="4253127" y="4702992"/>
            <a:ext cx="2985796" cy="1013099"/>
          </a:xfrm>
          <a:prstGeom prst="snip2Diag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Titulos</a:t>
            </a:r>
            <a:r>
              <a:rPr lang="es-MX" sz="2000" dirty="0"/>
              <a:t> Reproduciendo</a:t>
            </a:r>
          </a:p>
        </p:txBody>
      </p:sp>
      <p:sp>
        <p:nvSpPr>
          <p:cNvPr id="12" name="Cuerda 11">
            <a:extLst>
              <a:ext uri="{FF2B5EF4-FFF2-40B4-BE49-F238E27FC236}">
                <a16:creationId xmlns:a16="http://schemas.microsoft.com/office/drawing/2014/main" id="{789C3991-E104-3BB4-DC70-06DFDC8591D4}"/>
              </a:ext>
            </a:extLst>
          </p:cNvPr>
          <p:cNvSpPr/>
          <p:nvPr/>
        </p:nvSpPr>
        <p:spPr>
          <a:xfrm>
            <a:off x="1585329" y="1141909"/>
            <a:ext cx="2612572" cy="2013443"/>
          </a:xfrm>
          <a:prstGeom prst="chord">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a:t>API </a:t>
            </a:r>
            <a:endParaRPr lang="es-MX" sz="2000" dirty="0" err="1"/>
          </a:p>
        </p:txBody>
      </p:sp>
    </p:spTree>
    <p:extLst>
      <p:ext uri="{BB962C8B-B14F-4D97-AF65-F5344CB8AC3E}">
        <p14:creationId xmlns:p14="http://schemas.microsoft.com/office/powerpoint/2010/main" val="4281524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16E02E9C-1559-073C-56A6-FC22B5BFC812}"/>
              </a:ext>
            </a:extLst>
          </p:cNvPr>
          <p:cNvSpPr>
            <a:spLocks noGrp="1"/>
          </p:cNvSpPr>
          <p:nvPr>
            <p:ph type="body" sz="quarter" idx="13"/>
          </p:nvPr>
        </p:nvSpPr>
        <p:spPr>
          <a:xfrm>
            <a:off x="371475" y="685800"/>
            <a:ext cx="7315200" cy="531585"/>
          </a:xfrm>
        </p:spPr>
        <p:txBody>
          <a:bodyPr/>
          <a:lstStyle/>
          <a:p>
            <a:r>
              <a:rPr lang="es-MX" sz="3200" dirty="0" err="1"/>
              <a:t>Establishing</a:t>
            </a:r>
            <a:r>
              <a:rPr lang="es-MX" sz="3200" dirty="0"/>
              <a:t> </a:t>
            </a:r>
            <a:r>
              <a:rPr lang="es-MX" sz="3200" dirty="0" err="1"/>
              <a:t>the</a:t>
            </a:r>
            <a:r>
              <a:rPr lang="es-MX" sz="3200" dirty="0"/>
              <a:t> Domain</a:t>
            </a:r>
          </a:p>
          <a:p>
            <a:endParaRPr lang="es-MX" dirty="0"/>
          </a:p>
        </p:txBody>
      </p:sp>
      <p:sp>
        <p:nvSpPr>
          <p:cNvPr id="4" name="Marcador de pie de página 3">
            <a:extLst>
              <a:ext uri="{FF2B5EF4-FFF2-40B4-BE49-F238E27FC236}">
                <a16:creationId xmlns:a16="http://schemas.microsoft.com/office/drawing/2014/main" id="{FCA3DEE5-D0A9-14EE-A9E7-24548E3BE0AB}"/>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82FCC10A-04D5-B401-3E44-3ECAF1242E6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32</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pic>
        <p:nvPicPr>
          <p:cNvPr id="7" name="Imagen 6">
            <a:extLst>
              <a:ext uri="{FF2B5EF4-FFF2-40B4-BE49-F238E27FC236}">
                <a16:creationId xmlns:a16="http://schemas.microsoft.com/office/drawing/2014/main" id="{D8FABE1A-821E-B778-D315-76D6EE4BCEF3}"/>
              </a:ext>
            </a:extLst>
          </p:cNvPr>
          <p:cNvPicPr>
            <a:picLocks noChangeAspect="1"/>
          </p:cNvPicPr>
          <p:nvPr/>
        </p:nvPicPr>
        <p:blipFill>
          <a:blip r:embed="rId2"/>
          <a:stretch>
            <a:fillRect/>
          </a:stretch>
        </p:blipFill>
        <p:spPr>
          <a:xfrm>
            <a:off x="414163" y="1278710"/>
            <a:ext cx="11118474" cy="5014528"/>
          </a:xfrm>
          <a:prstGeom prst="rect">
            <a:avLst/>
          </a:prstGeom>
        </p:spPr>
      </p:pic>
    </p:spTree>
    <p:extLst>
      <p:ext uri="{BB962C8B-B14F-4D97-AF65-F5344CB8AC3E}">
        <p14:creationId xmlns:p14="http://schemas.microsoft.com/office/powerpoint/2010/main" val="1599605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Laptop encendida junto a una computadora portátil&#10;&#10;El contenido generado por IA puede ser incorrecto.">
            <a:extLst>
              <a:ext uri="{FF2B5EF4-FFF2-40B4-BE49-F238E27FC236}">
                <a16:creationId xmlns:a16="http://schemas.microsoft.com/office/drawing/2014/main" id="{1AAA4ADE-65E7-30D2-7897-1CAD095674E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64091"/>
            <a:ext cx="2646091" cy="2374867"/>
          </a:xfrm>
          <a:prstGeom prst="rect">
            <a:avLst/>
          </a:prstGeom>
        </p:spPr>
      </p:pic>
      <p:cxnSp>
        <p:nvCxnSpPr>
          <p:cNvPr id="15" name="Conector recto de flecha 14">
            <a:extLst>
              <a:ext uri="{FF2B5EF4-FFF2-40B4-BE49-F238E27FC236}">
                <a16:creationId xmlns:a16="http://schemas.microsoft.com/office/drawing/2014/main" id="{83372065-8B4F-1507-7AED-8E3642B51B45}"/>
              </a:ext>
            </a:extLst>
          </p:cNvPr>
          <p:cNvCxnSpPr/>
          <p:nvPr/>
        </p:nvCxnSpPr>
        <p:spPr>
          <a:xfrm>
            <a:off x="1795346" y="1037235"/>
            <a:ext cx="5118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8882E9E8-53C0-DD4B-139F-8E239A2618F9}"/>
              </a:ext>
            </a:extLst>
          </p:cNvPr>
          <p:cNvCxnSpPr>
            <a:stCxn id="12" idx="1"/>
          </p:cNvCxnSpPr>
          <p:nvPr/>
        </p:nvCxnSpPr>
        <p:spPr>
          <a:xfrm flipH="1" flipV="1">
            <a:off x="1545836" y="2260725"/>
            <a:ext cx="4657493" cy="3228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70006557-BE64-6027-3073-0A23B4EF031E}"/>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C742289D-1AF1-9F94-29A9-944D4BB93E12}"/>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33</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8" name="CuadroTexto 7">
            <a:extLst>
              <a:ext uri="{FF2B5EF4-FFF2-40B4-BE49-F238E27FC236}">
                <a16:creationId xmlns:a16="http://schemas.microsoft.com/office/drawing/2014/main" id="{E186399A-0A30-3F42-D944-6EBD38C1C650}"/>
              </a:ext>
            </a:extLst>
          </p:cNvPr>
          <p:cNvSpPr txBox="1"/>
          <p:nvPr/>
        </p:nvSpPr>
        <p:spPr>
          <a:xfrm>
            <a:off x="923692" y="4068220"/>
            <a:ext cx="3810000" cy="140488"/>
          </a:xfrm>
          <a:prstGeom prst="rect">
            <a:avLst/>
          </a:prstGeom>
        </p:spPr>
        <p:txBody>
          <a:bodyPr vert="horz" wrap="square" lIns="0" tIns="0" rIns="0" bIns="0" rtlCol="0">
            <a:spAutoFit/>
          </a:bodyPr>
          <a:lstStyle/>
          <a:p>
            <a:r>
              <a:rPr lang="es-MX" sz="900">
                <a:hlinkClick r:id="rId3" tooltip="https://asesti.blogspot.com/2006/06/nuevos-modelos-de-hp-compaq-en.html"/>
              </a:rPr>
              <a:t>Esta foto</a:t>
            </a:r>
            <a:r>
              <a:rPr lang="es-MX" sz="900"/>
              <a:t> de Autor desconocido está bajo licencia </a:t>
            </a:r>
            <a:r>
              <a:rPr lang="es-MX" sz="900">
                <a:hlinkClick r:id="rId4" tooltip="https://creativecommons.org/licenses/by/3.0/"/>
              </a:rPr>
              <a:t>CC BY</a:t>
            </a:r>
            <a:endParaRPr lang="es-MX" sz="900"/>
          </a:p>
        </p:txBody>
      </p:sp>
      <p:sp>
        <p:nvSpPr>
          <p:cNvPr id="9" name="Diagrama de flujo: documento 8">
            <a:extLst>
              <a:ext uri="{FF2B5EF4-FFF2-40B4-BE49-F238E27FC236}">
                <a16:creationId xmlns:a16="http://schemas.microsoft.com/office/drawing/2014/main" id="{938E3441-30C6-7E63-8A5E-A460246CDA47}"/>
              </a:ext>
            </a:extLst>
          </p:cNvPr>
          <p:cNvSpPr/>
          <p:nvPr/>
        </p:nvSpPr>
        <p:spPr>
          <a:xfrm>
            <a:off x="3345366" y="256821"/>
            <a:ext cx="2442117" cy="1560828"/>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0" name="Rectángulo: esquinas redondeadas 9">
            <a:extLst>
              <a:ext uri="{FF2B5EF4-FFF2-40B4-BE49-F238E27FC236}">
                <a16:creationId xmlns:a16="http://schemas.microsoft.com/office/drawing/2014/main" id="{406F252D-EE8F-FA91-81ED-3EC7620522EB}"/>
              </a:ext>
            </a:extLst>
          </p:cNvPr>
          <p:cNvSpPr/>
          <p:nvPr/>
        </p:nvSpPr>
        <p:spPr>
          <a:xfrm>
            <a:off x="7025266" y="184338"/>
            <a:ext cx="2787806" cy="1705794"/>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Controller</a:t>
            </a:r>
          </a:p>
        </p:txBody>
      </p:sp>
      <p:sp>
        <p:nvSpPr>
          <p:cNvPr id="11" name="Diagrama de flujo: documento 10">
            <a:extLst>
              <a:ext uri="{FF2B5EF4-FFF2-40B4-BE49-F238E27FC236}">
                <a16:creationId xmlns:a16="http://schemas.microsoft.com/office/drawing/2014/main" id="{9FE0DAAA-8A03-41C0-F5C5-50387F10E3C0}"/>
              </a:ext>
            </a:extLst>
          </p:cNvPr>
          <p:cNvSpPr/>
          <p:nvPr/>
        </p:nvSpPr>
        <p:spPr>
          <a:xfrm>
            <a:off x="9472497" y="3172645"/>
            <a:ext cx="2347333" cy="1561170"/>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2" name="Rectángulo: esquinas redondeadas 11">
            <a:extLst>
              <a:ext uri="{FF2B5EF4-FFF2-40B4-BE49-F238E27FC236}">
                <a16:creationId xmlns:a16="http://schemas.microsoft.com/office/drawing/2014/main" id="{B52CFE5C-DD9A-6956-9A86-B2EEA9E4D172}"/>
              </a:ext>
            </a:extLst>
          </p:cNvPr>
          <p:cNvSpPr/>
          <p:nvPr/>
        </p:nvSpPr>
        <p:spPr>
          <a:xfrm>
            <a:off x="6203329" y="4630604"/>
            <a:ext cx="2891884" cy="1717908"/>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View</a:t>
            </a:r>
          </a:p>
        </p:txBody>
      </p:sp>
      <p:cxnSp>
        <p:nvCxnSpPr>
          <p:cNvPr id="17" name="Conector recto de flecha 16">
            <a:extLst>
              <a:ext uri="{FF2B5EF4-FFF2-40B4-BE49-F238E27FC236}">
                <a16:creationId xmlns:a16="http://schemas.microsoft.com/office/drawing/2014/main" id="{2C8F4789-5791-3756-0BE8-A457A9CEF01D}"/>
              </a:ext>
            </a:extLst>
          </p:cNvPr>
          <p:cNvCxnSpPr>
            <a:endCxn id="11" idx="1"/>
          </p:cNvCxnSpPr>
          <p:nvPr/>
        </p:nvCxnSpPr>
        <p:spPr>
          <a:xfrm>
            <a:off x="8507918" y="2475571"/>
            <a:ext cx="964579" cy="137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405F0EA6-C6BB-A46D-4E54-612089D7FE82}"/>
              </a:ext>
            </a:extLst>
          </p:cNvPr>
          <p:cNvCxnSpPr>
            <a:stCxn id="11" idx="2"/>
          </p:cNvCxnSpPr>
          <p:nvPr/>
        </p:nvCxnSpPr>
        <p:spPr>
          <a:xfrm flipH="1">
            <a:off x="9165841" y="4630604"/>
            <a:ext cx="1480323" cy="800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97FA8E88-8A97-C490-4A9A-BB586086BE34}"/>
              </a:ext>
            </a:extLst>
          </p:cNvPr>
          <p:cNvSpPr txBox="1"/>
          <p:nvPr/>
        </p:nvSpPr>
        <p:spPr>
          <a:xfrm>
            <a:off x="900707" y="5679701"/>
            <a:ext cx="3810000" cy="972558"/>
          </a:xfrm>
          <a:prstGeom prst="rect">
            <a:avLst/>
          </a:prstGeom>
        </p:spPr>
        <p:txBody>
          <a:bodyPr vert="horz" wrap="square" lIns="0" tIns="0" rIns="0" bIns="0" rtlCol="0">
            <a:noAutofit/>
          </a:bodyPr>
          <a:lstStyle/>
          <a:p>
            <a:pPr algn="l"/>
            <a:r>
              <a:rPr lang="es-MX" dirty="0"/>
              <a:t>A typical Spring MVC Request Flow</a:t>
            </a:r>
          </a:p>
        </p:txBody>
      </p:sp>
      <p:sp>
        <p:nvSpPr>
          <p:cNvPr id="13" name="Rectángulo: esquinas superiores, una redondeada y la otra cortada 12">
            <a:extLst>
              <a:ext uri="{FF2B5EF4-FFF2-40B4-BE49-F238E27FC236}">
                <a16:creationId xmlns:a16="http://schemas.microsoft.com/office/drawing/2014/main" id="{334BD4AB-36E2-76A7-9106-FC535E69FF20}"/>
              </a:ext>
            </a:extLst>
          </p:cNvPr>
          <p:cNvSpPr/>
          <p:nvPr/>
        </p:nvSpPr>
        <p:spPr>
          <a:xfrm>
            <a:off x="2904893" y="3322755"/>
            <a:ext cx="2438400" cy="1522695"/>
          </a:xfrm>
          <a:prstGeom prst="snip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HTML</a:t>
            </a:r>
          </a:p>
        </p:txBody>
      </p:sp>
      <p:sp>
        <p:nvSpPr>
          <p:cNvPr id="23" name="Rectángulo 22">
            <a:extLst>
              <a:ext uri="{FF2B5EF4-FFF2-40B4-BE49-F238E27FC236}">
                <a16:creationId xmlns:a16="http://schemas.microsoft.com/office/drawing/2014/main" id="{2384213D-539C-F984-4FBD-5395FA6D73C2}"/>
              </a:ext>
            </a:extLst>
          </p:cNvPr>
          <p:cNvSpPr/>
          <p:nvPr/>
        </p:nvSpPr>
        <p:spPr>
          <a:xfrm>
            <a:off x="10287000" y="748586"/>
            <a:ext cx="1790700" cy="42862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Activos</a:t>
            </a:r>
          </a:p>
        </p:txBody>
      </p:sp>
    </p:spTree>
    <p:extLst>
      <p:ext uri="{BB962C8B-B14F-4D97-AF65-F5344CB8AC3E}">
        <p14:creationId xmlns:p14="http://schemas.microsoft.com/office/powerpoint/2010/main" val="1898663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9CA48-0AEB-0B73-213F-CD9ECDEBC950}"/>
            </a:ext>
          </a:extLst>
        </p:cNvPr>
        <p:cNvGrpSpPr/>
        <p:nvPr/>
      </p:nvGrpSpPr>
      <p:grpSpPr>
        <a:xfrm>
          <a:off x="0" y="0"/>
          <a:ext cx="0" cy="0"/>
          <a:chOff x="0" y="0"/>
          <a:chExt cx="0" cy="0"/>
        </a:xfrm>
      </p:grpSpPr>
      <p:pic>
        <p:nvPicPr>
          <p:cNvPr id="7" name="Imagen 6" descr="Laptop encendida junto a una computadora portátil&#10;&#10;El contenido generado por IA puede ser incorrecto.">
            <a:extLst>
              <a:ext uri="{FF2B5EF4-FFF2-40B4-BE49-F238E27FC236}">
                <a16:creationId xmlns:a16="http://schemas.microsoft.com/office/drawing/2014/main" id="{602A3550-C8B9-2AE0-FFAD-7F283DDD69DC}"/>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64091"/>
            <a:ext cx="2646091" cy="2374867"/>
          </a:xfrm>
          <a:prstGeom prst="rect">
            <a:avLst/>
          </a:prstGeom>
        </p:spPr>
      </p:pic>
      <p:cxnSp>
        <p:nvCxnSpPr>
          <p:cNvPr id="15" name="Conector recto de flecha 14">
            <a:extLst>
              <a:ext uri="{FF2B5EF4-FFF2-40B4-BE49-F238E27FC236}">
                <a16:creationId xmlns:a16="http://schemas.microsoft.com/office/drawing/2014/main" id="{AE7E46B3-2F2B-0724-3F80-C6A39F5893FB}"/>
              </a:ext>
            </a:extLst>
          </p:cNvPr>
          <p:cNvCxnSpPr/>
          <p:nvPr/>
        </p:nvCxnSpPr>
        <p:spPr>
          <a:xfrm>
            <a:off x="1795346" y="1037235"/>
            <a:ext cx="5118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FDD7F60A-A270-7C66-6A3D-2439FE4F8EEB}"/>
              </a:ext>
            </a:extLst>
          </p:cNvPr>
          <p:cNvCxnSpPr>
            <a:stCxn id="12" idx="1"/>
          </p:cNvCxnSpPr>
          <p:nvPr/>
        </p:nvCxnSpPr>
        <p:spPr>
          <a:xfrm flipH="1" flipV="1">
            <a:off x="1545836" y="2260725"/>
            <a:ext cx="4657493" cy="3228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042DF3B3-9DA9-7494-C37F-0AD6F431677D}"/>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A5CB4138-43F4-CA3B-A43E-17130E137CC0}"/>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34</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8" name="CuadroTexto 7">
            <a:extLst>
              <a:ext uri="{FF2B5EF4-FFF2-40B4-BE49-F238E27FC236}">
                <a16:creationId xmlns:a16="http://schemas.microsoft.com/office/drawing/2014/main" id="{2D12ECE8-CD5F-899A-1A44-BE196FF94D8E}"/>
              </a:ext>
            </a:extLst>
          </p:cNvPr>
          <p:cNvSpPr txBox="1"/>
          <p:nvPr/>
        </p:nvSpPr>
        <p:spPr>
          <a:xfrm>
            <a:off x="923692" y="4068220"/>
            <a:ext cx="3810000" cy="140488"/>
          </a:xfrm>
          <a:prstGeom prst="rect">
            <a:avLst/>
          </a:prstGeom>
        </p:spPr>
        <p:txBody>
          <a:bodyPr vert="horz" wrap="square" lIns="0" tIns="0" rIns="0" bIns="0" rtlCol="0">
            <a:spAutoFit/>
          </a:bodyPr>
          <a:lstStyle/>
          <a:p>
            <a:r>
              <a:rPr lang="es-MX" sz="900">
                <a:hlinkClick r:id="rId3" tooltip="https://asesti.blogspot.com/2006/06/nuevos-modelos-de-hp-compaq-en.html"/>
              </a:rPr>
              <a:t>Esta foto</a:t>
            </a:r>
            <a:r>
              <a:rPr lang="es-MX" sz="900"/>
              <a:t> de Autor desconocido está bajo licencia </a:t>
            </a:r>
            <a:r>
              <a:rPr lang="es-MX" sz="900">
                <a:hlinkClick r:id="rId4" tooltip="https://creativecommons.org/licenses/by/3.0/"/>
              </a:rPr>
              <a:t>CC BY</a:t>
            </a:r>
            <a:endParaRPr lang="es-MX" sz="900"/>
          </a:p>
        </p:txBody>
      </p:sp>
      <p:sp>
        <p:nvSpPr>
          <p:cNvPr id="9" name="Diagrama de flujo: documento 8">
            <a:extLst>
              <a:ext uri="{FF2B5EF4-FFF2-40B4-BE49-F238E27FC236}">
                <a16:creationId xmlns:a16="http://schemas.microsoft.com/office/drawing/2014/main" id="{CADB1CA1-2003-1DD2-143F-866B6A41A751}"/>
              </a:ext>
            </a:extLst>
          </p:cNvPr>
          <p:cNvSpPr/>
          <p:nvPr/>
        </p:nvSpPr>
        <p:spPr>
          <a:xfrm>
            <a:off x="3345366" y="256821"/>
            <a:ext cx="2442117" cy="1560828"/>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0" name="Rectángulo: esquinas redondeadas 9">
            <a:extLst>
              <a:ext uri="{FF2B5EF4-FFF2-40B4-BE49-F238E27FC236}">
                <a16:creationId xmlns:a16="http://schemas.microsoft.com/office/drawing/2014/main" id="{3B6A8670-B00D-522B-D28A-FD1EEE7FD435}"/>
              </a:ext>
            </a:extLst>
          </p:cNvPr>
          <p:cNvSpPr/>
          <p:nvPr/>
        </p:nvSpPr>
        <p:spPr>
          <a:xfrm>
            <a:off x="7025266" y="184338"/>
            <a:ext cx="2787806" cy="1705794"/>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Controller</a:t>
            </a:r>
          </a:p>
        </p:txBody>
      </p:sp>
      <p:sp>
        <p:nvSpPr>
          <p:cNvPr id="11" name="Diagrama de flujo: documento 10">
            <a:extLst>
              <a:ext uri="{FF2B5EF4-FFF2-40B4-BE49-F238E27FC236}">
                <a16:creationId xmlns:a16="http://schemas.microsoft.com/office/drawing/2014/main" id="{6EF491A1-FF6C-E0F7-4772-2C4AF43E1F0B}"/>
              </a:ext>
            </a:extLst>
          </p:cNvPr>
          <p:cNvSpPr/>
          <p:nvPr/>
        </p:nvSpPr>
        <p:spPr>
          <a:xfrm>
            <a:off x="9472497" y="3172645"/>
            <a:ext cx="2347333" cy="1561170"/>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2" name="Rectángulo: esquinas redondeadas 11">
            <a:extLst>
              <a:ext uri="{FF2B5EF4-FFF2-40B4-BE49-F238E27FC236}">
                <a16:creationId xmlns:a16="http://schemas.microsoft.com/office/drawing/2014/main" id="{1E0A0FCA-7B14-8815-03D2-26E0E7DE6238}"/>
              </a:ext>
            </a:extLst>
          </p:cNvPr>
          <p:cNvSpPr/>
          <p:nvPr/>
        </p:nvSpPr>
        <p:spPr>
          <a:xfrm>
            <a:off x="6203329" y="4630604"/>
            <a:ext cx="2891884" cy="1717908"/>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View</a:t>
            </a:r>
          </a:p>
        </p:txBody>
      </p:sp>
      <p:cxnSp>
        <p:nvCxnSpPr>
          <p:cNvPr id="17" name="Conector recto de flecha 16">
            <a:extLst>
              <a:ext uri="{FF2B5EF4-FFF2-40B4-BE49-F238E27FC236}">
                <a16:creationId xmlns:a16="http://schemas.microsoft.com/office/drawing/2014/main" id="{123B5496-0314-9F8D-EE68-524E209AD031}"/>
              </a:ext>
            </a:extLst>
          </p:cNvPr>
          <p:cNvCxnSpPr>
            <a:endCxn id="11" idx="1"/>
          </p:cNvCxnSpPr>
          <p:nvPr/>
        </p:nvCxnSpPr>
        <p:spPr>
          <a:xfrm>
            <a:off x="8507918" y="2475571"/>
            <a:ext cx="964579" cy="137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A2261811-DBE2-BF44-A2A7-FB40884E6817}"/>
              </a:ext>
            </a:extLst>
          </p:cNvPr>
          <p:cNvCxnSpPr>
            <a:stCxn id="11" idx="2"/>
          </p:cNvCxnSpPr>
          <p:nvPr/>
        </p:nvCxnSpPr>
        <p:spPr>
          <a:xfrm flipH="1">
            <a:off x="9165841" y="4630604"/>
            <a:ext cx="1480323" cy="800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8B032806-D43C-FC26-CA34-F3AEAB7D434A}"/>
              </a:ext>
            </a:extLst>
          </p:cNvPr>
          <p:cNvSpPr txBox="1"/>
          <p:nvPr/>
        </p:nvSpPr>
        <p:spPr>
          <a:xfrm>
            <a:off x="900707" y="5679701"/>
            <a:ext cx="3810000" cy="972558"/>
          </a:xfrm>
          <a:prstGeom prst="rect">
            <a:avLst/>
          </a:prstGeom>
        </p:spPr>
        <p:txBody>
          <a:bodyPr vert="horz" wrap="square" lIns="0" tIns="0" rIns="0" bIns="0" rtlCol="0">
            <a:noAutofit/>
          </a:bodyPr>
          <a:lstStyle/>
          <a:p>
            <a:pPr algn="l"/>
            <a:r>
              <a:rPr lang="es-MX" dirty="0"/>
              <a:t>A typical Spring MVC Request Flow</a:t>
            </a:r>
          </a:p>
        </p:txBody>
      </p:sp>
      <p:sp>
        <p:nvSpPr>
          <p:cNvPr id="13" name="Rectángulo: esquinas superiores, una redondeada y la otra cortada 12">
            <a:extLst>
              <a:ext uri="{FF2B5EF4-FFF2-40B4-BE49-F238E27FC236}">
                <a16:creationId xmlns:a16="http://schemas.microsoft.com/office/drawing/2014/main" id="{B9A70DB2-337B-1F57-1DAE-870EFD79DAFD}"/>
              </a:ext>
            </a:extLst>
          </p:cNvPr>
          <p:cNvSpPr/>
          <p:nvPr/>
        </p:nvSpPr>
        <p:spPr>
          <a:xfrm>
            <a:off x="2904893" y="3322755"/>
            <a:ext cx="2438400" cy="1522695"/>
          </a:xfrm>
          <a:prstGeom prst="snip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HTML</a:t>
            </a:r>
          </a:p>
        </p:txBody>
      </p:sp>
      <p:sp>
        <p:nvSpPr>
          <p:cNvPr id="23" name="Rectángulo 22">
            <a:extLst>
              <a:ext uri="{FF2B5EF4-FFF2-40B4-BE49-F238E27FC236}">
                <a16:creationId xmlns:a16="http://schemas.microsoft.com/office/drawing/2014/main" id="{D3AFD871-49E0-C664-5B01-BD33B61772DE}"/>
              </a:ext>
            </a:extLst>
          </p:cNvPr>
          <p:cNvSpPr/>
          <p:nvPr/>
        </p:nvSpPr>
        <p:spPr>
          <a:xfrm>
            <a:off x="10287000" y="748586"/>
            <a:ext cx="1790700" cy="42862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Domicilios</a:t>
            </a:r>
          </a:p>
        </p:txBody>
      </p:sp>
    </p:spTree>
    <p:extLst>
      <p:ext uri="{BB962C8B-B14F-4D97-AF65-F5344CB8AC3E}">
        <p14:creationId xmlns:p14="http://schemas.microsoft.com/office/powerpoint/2010/main" val="35323283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55B2A-C3E6-17A8-D715-A53C7A4B1CD9}"/>
            </a:ext>
          </a:extLst>
        </p:cNvPr>
        <p:cNvGrpSpPr/>
        <p:nvPr/>
      </p:nvGrpSpPr>
      <p:grpSpPr>
        <a:xfrm>
          <a:off x="0" y="0"/>
          <a:ext cx="0" cy="0"/>
          <a:chOff x="0" y="0"/>
          <a:chExt cx="0" cy="0"/>
        </a:xfrm>
      </p:grpSpPr>
      <p:pic>
        <p:nvPicPr>
          <p:cNvPr id="7" name="Imagen 6" descr="Laptop encendida junto a una computadora portátil&#10;&#10;El contenido generado por IA puede ser incorrecto.">
            <a:extLst>
              <a:ext uri="{FF2B5EF4-FFF2-40B4-BE49-F238E27FC236}">
                <a16:creationId xmlns:a16="http://schemas.microsoft.com/office/drawing/2014/main" id="{54540537-93DD-3AD6-527A-227A62976DED}"/>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0" y="64091"/>
            <a:ext cx="2646091" cy="2374867"/>
          </a:xfrm>
          <a:prstGeom prst="rect">
            <a:avLst/>
          </a:prstGeom>
        </p:spPr>
      </p:pic>
      <p:cxnSp>
        <p:nvCxnSpPr>
          <p:cNvPr id="15" name="Conector recto de flecha 14">
            <a:extLst>
              <a:ext uri="{FF2B5EF4-FFF2-40B4-BE49-F238E27FC236}">
                <a16:creationId xmlns:a16="http://schemas.microsoft.com/office/drawing/2014/main" id="{B22BBFB8-C6EC-D4AD-9ABA-114A387E9F29}"/>
              </a:ext>
            </a:extLst>
          </p:cNvPr>
          <p:cNvCxnSpPr/>
          <p:nvPr/>
        </p:nvCxnSpPr>
        <p:spPr>
          <a:xfrm>
            <a:off x="1795346" y="1037235"/>
            <a:ext cx="511841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3281268D-483E-5C34-72C9-B256A5B82B63}"/>
              </a:ext>
            </a:extLst>
          </p:cNvPr>
          <p:cNvCxnSpPr>
            <a:stCxn id="12" idx="1"/>
          </p:cNvCxnSpPr>
          <p:nvPr/>
        </p:nvCxnSpPr>
        <p:spPr>
          <a:xfrm flipH="1" flipV="1">
            <a:off x="1545836" y="2260725"/>
            <a:ext cx="4657493" cy="32288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Marcador de pie de página 3">
            <a:extLst>
              <a:ext uri="{FF2B5EF4-FFF2-40B4-BE49-F238E27FC236}">
                <a16:creationId xmlns:a16="http://schemas.microsoft.com/office/drawing/2014/main" id="{6AA461F5-C22C-C92E-17B4-CF37C150C7CE}"/>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74049F4B-33BD-2313-C86A-3D557C68823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35</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8" name="CuadroTexto 7">
            <a:extLst>
              <a:ext uri="{FF2B5EF4-FFF2-40B4-BE49-F238E27FC236}">
                <a16:creationId xmlns:a16="http://schemas.microsoft.com/office/drawing/2014/main" id="{C2B60BC9-F469-A494-2069-A1E692FA4D35}"/>
              </a:ext>
            </a:extLst>
          </p:cNvPr>
          <p:cNvSpPr txBox="1"/>
          <p:nvPr/>
        </p:nvSpPr>
        <p:spPr>
          <a:xfrm>
            <a:off x="923692" y="4068220"/>
            <a:ext cx="3810000" cy="140488"/>
          </a:xfrm>
          <a:prstGeom prst="rect">
            <a:avLst/>
          </a:prstGeom>
        </p:spPr>
        <p:txBody>
          <a:bodyPr vert="horz" wrap="square" lIns="0" tIns="0" rIns="0" bIns="0" rtlCol="0">
            <a:spAutoFit/>
          </a:bodyPr>
          <a:lstStyle/>
          <a:p>
            <a:r>
              <a:rPr lang="es-MX" sz="900">
                <a:hlinkClick r:id="rId3" tooltip="https://asesti.blogspot.com/2006/06/nuevos-modelos-de-hp-compaq-en.html"/>
              </a:rPr>
              <a:t>Esta foto</a:t>
            </a:r>
            <a:r>
              <a:rPr lang="es-MX" sz="900"/>
              <a:t> de Autor desconocido está bajo licencia </a:t>
            </a:r>
            <a:r>
              <a:rPr lang="es-MX" sz="900">
                <a:hlinkClick r:id="rId4" tooltip="https://creativecommons.org/licenses/by/3.0/"/>
              </a:rPr>
              <a:t>CC BY</a:t>
            </a:r>
            <a:endParaRPr lang="es-MX" sz="900"/>
          </a:p>
        </p:txBody>
      </p:sp>
      <p:sp>
        <p:nvSpPr>
          <p:cNvPr id="9" name="Diagrama de flujo: documento 8">
            <a:extLst>
              <a:ext uri="{FF2B5EF4-FFF2-40B4-BE49-F238E27FC236}">
                <a16:creationId xmlns:a16="http://schemas.microsoft.com/office/drawing/2014/main" id="{F56284A9-C729-D9E6-3E1B-F46F0B297E9B}"/>
              </a:ext>
            </a:extLst>
          </p:cNvPr>
          <p:cNvSpPr/>
          <p:nvPr/>
        </p:nvSpPr>
        <p:spPr>
          <a:xfrm>
            <a:off x="3345366" y="256821"/>
            <a:ext cx="2442117" cy="1560828"/>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0" name="Rectángulo: esquinas redondeadas 9">
            <a:extLst>
              <a:ext uri="{FF2B5EF4-FFF2-40B4-BE49-F238E27FC236}">
                <a16:creationId xmlns:a16="http://schemas.microsoft.com/office/drawing/2014/main" id="{3A5A808D-12F6-D737-0149-7FC335C3C1D8}"/>
              </a:ext>
            </a:extLst>
          </p:cNvPr>
          <p:cNvSpPr/>
          <p:nvPr/>
        </p:nvSpPr>
        <p:spPr>
          <a:xfrm>
            <a:off x="7025266" y="184338"/>
            <a:ext cx="2787806" cy="1705794"/>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Controller</a:t>
            </a:r>
          </a:p>
        </p:txBody>
      </p:sp>
      <p:sp>
        <p:nvSpPr>
          <p:cNvPr id="11" name="Diagrama de flujo: documento 10">
            <a:extLst>
              <a:ext uri="{FF2B5EF4-FFF2-40B4-BE49-F238E27FC236}">
                <a16:creationId xmlns:a16="http://schemas.microsoft.com/office/drawing/2014/main" id="{B14EC8CC-3AA2-859C-4274-6C7BB9B9F918}"/>
              </a:ext>
            </a:extLst>
          </p:cNvPr>
          <p:cNvSpPr/>
          <p:nvPr/>
        </p:nvSpPr>
        <p:spPr>
          <a:xfrm>
            <a:off x="9472497" y="3172645"/>
            <a:ext cx="2347333" cy="1561170"/>
          </a:xfrm>
          <a:prstGeom prst="flowChartDocumen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Request </a:t>
            </a:r>
          </a:p>
        </p:txBody>
      </p:sp>
      <p:sp>
        <p:nvSpPr>
          <p:cNvPr id="12" name="Rectángulo: esquinas redondeadas 11">
            <a:extLst>
              <a:ext uri="{FF2B5EF4-FFF2-40B4-BE49-F238E27FC236}">
                <a16:creationId xmlns:a16="http://schemas.microsoft.com/office/drawing/2014/main" id="{D2879FCB-0906-1B8E-F89A-7B89E215101E}"/>
              </a:ext>
            </a:extLst>
          </p:cNvPr>
          <p:cNvSpPr/>
          <p:nvPr/>
        </p:nvSpPr>
        <p:spPr>
          <a:xfrm>
            <a:off x="6203329" y="4630604"/>
            <a:ext cx="2891884" cy="1717908"/>
          </a:xfrm>
          <a:prstGeom prst="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Design View</a:t>
            </a:r>
          </a:p>
        </p:txBody>
      </p:sp>
      <p:cxnSp>
        <p:nvCxnSpPr>
          <p:cNvPr id="17" name="Conector recto de flecha 16">
            <a:extLst>
              <a:ext uri="{FF2B5EF4-FFF2-40B4-BE49-F238E27FC236}">
                <a16:creationId xmlns:a16="http://schemas.microsoft.com/office/drawing/2014/main" id="{148BC2EC-92D3-6C89-6196-3DDF35D9AF2B}"/>
              </a:ext>
            </a:extLst>
          </p:cNvPr>
          <p:cNvCxnSpPr>
            <a:endCxn id="11" idx="1"/>
          </p:cNvCxnSpPr>
          <p:nvPr/>
        </p:nvCxnSpPr>
        <p:spPr>
          <a:xfrm>
            <a:off x="8507918" y="2475571"/>
            <a:ext cx="964579" cy="1377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17FB6AA9-ED57-8DBB-11DB-4A788237A48E}"/>
              </a:ext>
            </a:extLst>
          </p:cNvPr>
          <p:cNvCxnSpPr>
            <a:stCxn id="11" idx="2"/>
          </p:cNvCxnSpPr>
          <p:nvPr/>
        </p:nvCxnSpPr>
        <p:spPr>
          <a:xfrm flipH="1">
            <a:off x="9165841" y="4630604"/>
            <a:ext cx="1480323" cy="8002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3B6A0437-4A3C-804B-FB62-7A2E0FF5FEDD}"/>
              </a:ext>
            </a:extLst>
          </p:cNvPr>
          <p:cNvSpPr txBox="1"/>
          <p:nvPr/>
        </p:nvSpPr>
        <p:spPr>
          <a:xfrm>
            <a:off x="900707" y="5679701"/>
            <a:ext cx="3810000" cy="972558"/>
          </a:xfrm>
          <a:prstGeom prst="rect">
            <a:avLst/>
          </a:prstGeom>
        </p:spPr>
        <p:txBody>
          <a:bodyPr vert="horz" wrap="square" lIns="0" tIns="0" rIns="0" bIns="0" rtlCol="0">
            <a:noAutofit/>
          </a:bodyPr>
          <a:lstStyle/>
          <a:p>
            <a:pPr algn="l"/>
            <a:r>
              <a:rPr lang="es-MX" dirty="0"/>
              <a:t>A typical Spring MVC Request Flow</a:t>
            </a:r>
          </a:p>
        </p:txBody>
      </p:sp>
      <p:sp>
        <p:nvSpPr>
          <p:cNvPr id="13" name="Rectángulo: esquinas superiores, una redondeada y la otra cortada 12">
            <a:extLst>
              <a:ext uri="{FF2B5EF4-FFF2-40B4-BE49-F238E27FC236}">
                <a16:creationId xmlns:a16="http://schemas.microsoft.com/office/drawing/2014/main" id="{A9169CA7-FB6F-3415-3AD9-7CC4B272A1A4}"/>
              </a:ext>
            </a:extLst>
          </p:cNvPr>
          <p:cNvSpPr/>
          <p:nvPr/>
        </p:nvSpPr>
        <p:spPr>
          <a:xfrm>
            <a:off x="2904893" y="3322755"/>
            <a:ext cx="2438400" cy="1522695"/>
          </a:xfrm>
          <a:prstGeom prst="snipRound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HTML</a:t>
            </a:r>
          </a:p>
        </p:txBody>
      </p:sp>
      <p:sp>
        <p:nvSpPr>
          <p:cNvPr id="23" name="Rectángulo 22">
            <a:extLst>
              <a:ext uri="{FF2B5EF4-FFF2-40B4-BE49-F238E27FC236}">
                <a16:creationId xmlns:a16="http://schemas.microsoft.com/office/drawing/2014/main" id="{35284CE2-2473-046D-93E8-FDE28C8A9485}"/>
              </a:ext>
            </a:extLst>
          </p:cNvPr>
          <p:cNvSpPr/>
          <p:nvPr/>
        </p:nvSpPr>
        <p:spPr>
          <a:xfrm>
            <a:off x="10287000" y="748586"/>
            <a:ext cx="1790700" cy="428625"/>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Suscriptor</a:t>
            </a:r>
          </a:p>
        </p:txBody>
      </p:sp>
    </p:spTree>
    <p:extLst>
      <p:ext uri="{BB962C8B-B14F-4D97-AF65-F5344CB8AC3E}">
        <p14:creationId xmlns:p14="http://schemas.microsoft.com/office/powerpoint/2010/main" val="21730676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79CEC83E-1031-3EBB-69DE-65768A815906}"/>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15D4C4EB-334D-A90D-EB07-B584730D9ADD}"/>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36</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grpSp>
        <p:nvGrpSpPr>
          <p:cNvPr id="21" name="Grupo 20">
            <a:extLst>
              <a:ext uri="{FF2B5EF4-FFF2-40B4-BE49-F238E27FC236}">
                <a16:creationId xmlns:a16="http://schemas.microsoft.com/office/drawing/2014/main" id="{AD74314E-74E6-00CE-2475-AA5862085BED}"/>
              </a:ext>
            </a:extLst>
          </p:cNvPr>
          <p:cNvGrpSpPr/>
          <p:nvPr/>
        </p:nvGrpSpPr>
        <p:grpSpPr>
          <a:xfrm>
            <a:off x="8839200" y="2276476"/>
            <a:ext cx="2447925" cy="3613148"/>
            <a:chOff x="8839200" y="2276476"/>
            <a:chExt cx="2447925" cy="3613148"/>
          </a:xfrm>
        </p:grpSpPr>
        <p:sp>
          <p:nvSpPr>
            <p:cNvPr id="14" name="Rectángulo 13">
              <a:extLst>
                <a:ext uri="{FF2B5EF4-FFF2-40B4-BE49-F238E27FC236}">
                  <a16:creationId xmlns:a16="http://schemas.microsoft.com/office/drawing/2014/main" id="{CF6EF841-0735-3BF3-69B6-DF4809B53697}"/>
                </a:ext>
              </a:extLst>
            </p:cNvPr>
            <p:cNvSpPr/>
            <p:nvPr/>
          </p:nvSpPr>
          <p:spPr>
            <a:xfrm>
              <a:off x="8839200" y="2276476"/>
              <a:ext cx="2447925" cy="3613148"/>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&lt;&lt;</a:t>
              </a:r>
              <a:r>
                <a:rPr lang="es-MX" sz="2000" dirty="0" err="1"/>
                <a:t>enumeration</a:t>
              </a:r>
              <a:r>
                <a:rPr lang="es-MX" sz="2000" dirty="0"/>
                <a:t>&gt;&gt;</a:t>
              </a:r>
            </a:p>
            <a:p>
              <a:pPr algn="ctr">
                <a:lnSpc>
                  <a:spcPct val="110000"/>
                </a:lnSpc>
                <a:spcBef>
                  <a:spcPts val="600"/>
                </a:spcBef>
              </a:pPr>
              <a:r>
                <a:rPr lang="es-MX" sz="2000" dirty="0" err="1"/>
                <a:t>Ingredient.Type</a:t>
              </a:r>
              <a:endParaRPr lang="es-MX" sz="2000" dirty="0"/>
            </a:p>
            <a:p>
              <a:pPr algn="ctr">
                <a:lnSpc>
                  <a:spcPct val="110000"/>
                </a:lnSpc>
                <a:spcBef>
                  <a:spcPts val="600"/>
                </a:spcBef>
              </a:pPr>
              <a:r>
                <a:rPr lang="es-MX" sz="2000" dirty="0"/>
                <a:t>WRAP</a:t>
              </a:r>
            </a:p>
            <a:p>
              <a:pPr algn="ctr">
                <a:lnSpc>
                  <a:spcPct val="110000"/>
                </a:lnSpc>
                <a:spcBef>
                  <a:spcPts val="600"/>
                </a:spcBef>
              </a:pPr>
              <a:r>
                <a:rPr lang="es-MX" sz="2000" dirty="0"/>
                <a:t>PROTEIN</a:t>
              </a:r>
            </a:p>
            <a:p>
              <a:pPr algn="ctr">
                <a:lnSpc>
                  <a:spcPct val="110000"/>
                </a:lnSpc>
                <a:spcBef>
                  <a:spcPts val="600"/>
                </a:spcBef>
              </a:pPr>
              <a:r>
                <a:rPr lang="es-MX" sz="2000" dirty="0"/>
                <a:t>VEGGIES</a:t>
              </a:r>
            </a:p>
            <a:p>
              <a:pPr algn="ctr">
                <a:lnSpc>
                  <a:spcPct val="110000"/>
                </a:lnSpc>
                <a:spcBef>
                  <a:spcPts val="600"/>
                </a:spcBef>
              </a:pPr>
              <a:r>
                <a:rPr lang="es-MX" sz="2000" dirty="0"/>
                <a:t>CHEESE</a:t>
              </a:r>
            </a:p>
            <a:p>
              <a:pPr algn="ctr">
                <a:lnSpc>
                  <a:spcPct val="110000"/>
                </a:lnSpc>
                <a:spcBef>
                  <a:spcPts val="600"/>
                </a:spcBef>
              </a:pPr>
              <a:r>
                <a:rPr lang="es-MX" sz="2000" dirty="0"/>
                <a:t>SAUCE</a:t>
              </a:r>
            </a:p>
            <a:p>
              <a:pPr algn="ctr">
                <a:lnSpc>
                  <a:spcPct val="110000"/>
                </a:lnSpc>
                <a:spcBef>
                  <a:spcPts val="600"/>
                </a:spcBef>
              </a:pPr>
              <a:endParaRPr lang="es-MX" sz="2000" dirty="0" err="1"/>
            </a:p>
          </p:txBody>
        </p:sp>
        <p:cxnSp>
          <p:nvCxnSpPr>
            <p:cNvPr id="16" name="Conector recto 15">
              <a:extLst>
                <a:ext uri="{FF2B5EF4-FFF2-40B4-BE49-F238E27FC236}">
                  <a16:creationId xmlns:a16="http://schemas.microsoft.com/office/drawing/2014/main" id="{A8570C69-A836-5EDC-6278-8F362B9030C3}"/>
                </a:ext>
              </a:extLst>
            </p:cNvPr>
            <p:cNvCxnSpPr/>
            <p:nvPr/>
          </p:nvCxnSpPr>
          <p:spPr>
            <a:xfrm>
              <a:off x="8839200" y="3267075"/>
              <a:ext cx="2447925"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3" name="Grupo 22">
            <a:extLst>
              <a:ext uri="{FF2B5EF4-FFF2-40B4-BE49-F238E27FC236}">
                <a16:creationId xmlns:a16="http://schemas.microsoft.com/office/drawing/2014/main" id="{8441EA6C-C3DC-43B2-474D-79276F255E9D}"/>
              </a:ext>
            </a:extLst>
          </p:cNvPr>
          <p:cNvGrpSpPr/>
          <p:nvPr/>
        </p:nvGrpSpPr>
        <p:grpSpPr>
          <a:xfrm>
            <a:off x="4719637" y="3994780"/>
            <a:ext cx="2447926" cy="2270123"/>
            <a:chOff x="4695824" y="3552824"/>
            <a:chExt cx="2447926" cy="2270123"/>
          </a:xfrm>
        </p:grpSpPr>
        <p:sp>
          <p:nvSpPr>
            <p:cNvPr id="13" name="Rectángulo 12">
              <a:extLst>
                <a:ext uri="{FF2B5EF4-FFF2-40B4-BE49-F238E27FC236}">
                  <a16:creationId xmlns:a16="http://schemas.microsoft.com/office/drawing/2014/main" id="{5681421C-7D07-F7B0-C37B-E6D946B8FD65}"/>
                </a:ext>
              </a:extLst>
            </p:cNvPr>
            <p:cNvSpPr/>
            <p:nvPr/>
          </p:nvSpPr>
          <p:spPr>
            <a:xfrm>
              <a:off x="4695824" y="3552824"/>
              <a:ext cx="2447925" cy="227012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err="1"/>
                <a:t>Ingredient</a:t>
              </a:r>
              <a:endParaRPr lang="es-MX" sz="2000" dirty="0"/>
            </a:p>
            <a:p>
              <a:pPr algn="ctr">
                <a:lnSpc>
                  <a:spcPct val="110000"/>
                </a:lnSpc>
                <a:spcBef>
                  <a:spcPts val="600"/>
                </a:spcBef>
              </a:pPr>
              <a:r>
                <a:rPr lang="es-MX" sz="2000" dirty="0" err="1"/>
                <a:t>Id:String</a:t>
              </a:r>
              <a:endParaRPr lang="es-MX" sz="2000" dirty="0"/>
            </a:p>
            <a:p>
              <a:pPr algn="ctr">
                <a:lnSpc>
                  <a:spcPct val="110000"/>
                </a:lnSpc>
                <a:spcBef>
                  <a:spcPts val="600"/>
                </a:spcBef>
              </a:pPr>
              <a:r>
                <a:rPr lang="es-MX" sz="2000" dirty="0" err="1"/>
                <a:t>name:String</a:t>
              </a:r>
              <a:endParaRPr lang="es-MX" sz="2000" dirty="0"/>
            </a:p>
            <a:p>
              <a:pPr algn="ctr">
                <a:lnSpc>
                  <a:spcPct val="110000"/>
                </a:lnSpc>
                <a:spcBef>
                  <a:spcPts val="600"/>
                </a:spcBef>
              </a:pPr>
              <a:r>
                <a:rPr lang="es-MX" sz="2000" dirty="0" err="1"/>
                <a:t>type:String</a:t>
              </a:r>
              <a:endParaRPr lang="es-MX" sz="2000" dirty="0"/>
            </a:p>
            <a:p>
              <a:pPr algn="ctr">
                <a:lnSpc>
                  <a:spcPct val="110000"/>
                </a:lnSpc>
                <a:spcBef>
                  <a:spcPts val="600"/>
                </a:spcBef>
              </a:pPr>
              <a:endParaRPr lang="es-MX" sz="2000" dirty="0"/>
            </a:p>
          </p:txBody>
        </p:sp>
        <p:cxnSp>
          <p:nvCxnSpPr>
            <p:cNvPr id="17" name="Conector recto 16">
              <a:extLst>
                <a:ext uri="{FF2B5EF4-FFF2-40B4-BE49-F238E27FC236}">
                  <a16:creationId xmlns:a16="http://schemas.microsoft.com/office/drawing/2014/main" id="{C659F140-885A-F772-3F23-CE71656B1F92}"/>
                </a:ext>
              </a:extLst>
            </p:cNvPr>
            <p:cNvCxnSpPr/>
            <p:nvPr/>
          </p:nvCxnSpPr>
          <p:spPr>
            <a:xfrm>
              <a:off x="4695825" y="4048125"/>
              <a:ext cx="2447925"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2" name="Grupo 21">
            <a:extLst>
              <a:ext uri="{FF2B5EF4-FFF2-40B4-BE49-F238E27FC236}">
                <a16:creationId xmlns:a16="http://schemas.microsoft.com/office/drawing/2014/main" id="{0A7E4CF2-0F99-A1BC-5354-58D0B37BD105}"/>
              </a:ext>
            </a:extLst>
          </p:cNvPr>
          <p:cNvGrpSpPr/>
          <p:nvPr/>
        </p:nvGrpSpPr>
        <p:grpSpPr>
          <a:xfrm>
            <a:off x="4695824" y="838199"/>
            <a:ext cx="2447926" cy="2270123"/>
            <a:chOff x="4695824" y="838199"/>
            <a:chExt cx="2447926" cy="2270123"/>
          </a:xfrm>
        </p:grpSpPr>
        <p:sp>
          <p:nvSpPr>
            <p:cNvPr id="12" name="Rectángulo 11">
              <a:extLst>
                <a:ext uri="{FF2B5EF4-FFF2-40B4-BE49-F238E27FC236}">
                  <a16:creationId xmlns:a16="http://schemas.microsoft.com/office/drawing/2014/main" id="{A3B56E96-2C6D-FF94-7D02-060F22A5213F}"/>
                </a:ext>
              </a:extLst>
            </p:cNvPr>
            <p:cNvSpPr/>
            <p:nvPr/>
          </p:nvSpPr>
          <p:spPr>
            <a:xfrm>
              <a:off x="4695824" y="838199"/>
              <a:ext cx="2447926" cy="2270123"/>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Hamburger</a:t>
              </a:r>
            </a:p>
            <a:p>
              <a:pPr algn="ctr">
                <a:lnSpc>
                  <a:spcPct val="110000"/>
                </a:lnSpc>
                <a:spcBef>
                  <a:spcPts val="600"/>
                </a:spcBef>
              </a:pPr>
              <a:r>
                <a:rPr lang="es-MX" sz="2000" dirty="0" err="1"/>
                <a:t>Name:String</a:t>
              </a:r>
              <a:endParaRPr lang="es-MX" sz="2000" dirty="0"/>
            </a:p>
          </p:txBody>
        </p:sp>
        <p:cxnSp>
          <p:nvCxnSpPr>
            <p:cNvPr id="18" name="Conector recto 17">
              <a:extLst>
                <a:ext uri="{FF2B5EF4-FFF2-40B4-BE49-F238E27FC236}">
                  <a16:creationId xmlns:a16="http://schemas.microsoft.com/office/drawing/2014/main" id="{984AA471-FF8D-2EB7-658B-97B58CC8EA52}"/>
                </a:ext>
              </a:extLst>
            </p:cNvPr>
            <p:cNvCxnSpPr/>
            <p:nvPr/>
          </p:nvCxnSpPr>
          <p:spPr>
            <a:xfrm>
              <a:off x="4695824" y="1981200"/>
              <a:ext cx="2447925" cy="0"/>
            </a:xfrm>
            <a:prstGeom prst="line">
              <a:avLst/>
            </a:prstGeom>
            <a:ln w="25400"/>
          </p:spPr>
          <p:style>
            <a:lnRef idx="1">
              <a:schemeClr val="accent1"/>
            </a:lnRef>
            <a:fillRef idx="0">
              <a:schemeClr val="accent1"/>
            </a:fillRef>
            <a:effectRef idx="0">
              <a:schemeClr val="accent1"/>
            </a:effectRef>
            <a:fontRef idx="minor">
              <a:schemeClr val="tx1"/>
            </a:fontRef>
          </p:style>
        </p:cxnSp>
      </p:grpSp>
      <p:grpSp>
        <p:nvGrpSpPr>
          <p:cNvPr id="24" name="Grupo 23">
            <a:extLst>
              <a:ext uri="{FF2B5EF4-FFF2-40B4-BE49-F238E27FC236}">
                <a16:creationId xmlns:a16="http://schemas.microsoft.com/office/drawing/2014/main" id="{6A4B2B96-A4AC-9147-1C1E-8BF7F45491A3}"/>
              </a:ext>
            </a:extLst>
          </p:cNvPr>
          <p:cNvGrpSpPr/>
          <p:nvPr/>
        </p:nvGrpSpPr>
        <p:grpSpPr>
          <a:xfrm>
            <a:off x="476249" y="838200"/>
            <a:ext cx="2524124" cy="4838700"/>
            <a:chOff x="476249" y="838200"/>
            <a:chExt cx="2524124" cy="4838700"/>
          </a:xfrm>
        </p:grpSpPr>
        <p:sp>
          <p:nvSpPr>
            <p:cNvPr id="11" name="Rectángulo 10">
              <a:extLst>
                <a:ext uri="{FF2B5EF4-FFF2-40B4-BE49-F238E27FC236}">
                  <a16:creationId xmlns:a16="http://schemas.microsoft.com/office/drawing/2014/main" id="{4D40CEDF-35FC-022E-8A21-B90F6D303132}"/>
                </a:ext>
              </a:extLst>
            </p:cNvPr>
            <p:cNvSpPr/>
            <p:nvPr/>
          </p:nvSpPr>
          <p:spPr>
            <a:xfrm>
              <a:off x="476249" y="838200"/>
              <a:ext cx="2524124" cy="48387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Orden</a:t>
              </a:r>
            </a:p>
            <a:p>
              <a:pPr algn="ctr">
                <a:lnSpc>
                  <a:spcPct val="110000"/>
                </a:lnSpc>
                <a:spcBef>
                  <a:spcPts val="600"/>
                </a:spcBef>
              </a:pPr>
              <a:r>
                <a:rPr lang="es-MX" sz="2000" dirty="0" err="1"/>
                <a:t>deliveryName:string</a:t>
              </a:r>
              <a:endParaRPr lang="es-MX" sz="2000" dirty="0"/>
            </a:p>
            <a:p>
              <a:pPr algn="ctr">
                <a:lnSpc>
                  <a:spcPct val="110000"/>
                </a:lnSpc>
                <a:spcBef>
                  <a:spcPts val="600"/>
                </a:spcBef>
              </a:pPr>
              <a:r>
                <a:rPr lang="es-MX" sz="2000" dirty="0" err="1"/>
                <a:t>deliveryStreet:String</a:t>
              </a:r>
              <a:endParaRPr lang="es-MX" sz="2000" dirty="0"/>
            </a:p>
            <a:p>
              <a:pPr algn="ctr">
                <a:lnSpc>
                  <a:spcPct val="110000"/>
                </a:lnSpc>
                <a:spcBef>
                  <a:spcPts val="600"/>
                </a:spcBef>
              </a:pPr>
              <a:r>
                <a:rPr lang="es-MX" sz="2000" dirty="0" err="1"/>
                <a:t>deliveryCity:String</a:t>
              </a:r>
              <a:endParaRPr lang="es-MX" sz="2000" dirty="0"/>
            </a:p>
            <a:p>
              <a:pPr algn="ctr">
                <a:lnSpc>
                  <a:spcPct val="110000"/>
                </a:lnSpc>
                <a:spcBef>
                  <a:spcPts val="600"/>
                </a:spcBef>
              </a:pPr>
              <a:r>
                <a:rPr lang="es-MX" sz="2000" dirty="0" err="1"/>
                <a:t>delivreyState:String</a:t>
              </a:r>
              <a:endParaRPr lang="es-MX" sz="2000" dirty="0"/>
            </a:p>
            <a:p>
              <a:pPr algn="ctr">
                <a:lnSpc>
                  <a:spcPct val="110000"/>
                </a:lnSpc>
                <a:spcBef>
                  <a:spcPts val="600"/>
                </a:spcBef>
              </a:pPr>
              <a:r>
                <a:rPr lang="es-MX" sz="2000" dirty="0" err="1"/>
                <a:t>deliveryZip:String</a:t>
              </a:r>
              <a:endParaRPr lang="es-MX" sz="2000" dirty="0"/>
            </a:p>
            <a:p>
              <a:pPr algn="ctr">
                <a:lnSpc>
                  <a:spcPct val="110000"/>
                </a:lnSpc>
                <a:spcBef>
                  <a:spcPts val="600"/>
                </a:spcBef>
              </a:pPr>
              <a:r>
                <a:rPr lang="es-MX" sz="2000" dirty="0" err="1"/>
                <a:t>ccNumber:String</a:t>
              </a:r>
              <a:endParaRPr lang="es-MX" sz="2000" dirty="0"/>
            </a:p>
            <a:p>
              <a:pPr algn="ctr">
                <a:lnSpc>
                  <a:spcPct val="110000"/>
                </a:lnSpc>
                <a:spcBef>
                  <a:spcPts val="600"/>
                </a:spcBef>
              </a:pPr>
              <a:r>
                <a:rPr lang="es-MX" sz="2000" dirty="0" err="1"/>
                <a:t>ccExpiration:String</a:t>
              </a:r>
              <a:endParaRPr lang="es-MX" sz="2000" dirty="0"/>
            </a:p>
            <a:p>
              <a:pPr algn="ctr">
                <a:lnSpc>
                  <a:spcPct val="110000"/>
                </a:lnSpc>
                <a:spcBef>
                  <a:spcPts val="600"/>
                </a:spcBef>
              </a:pPr>
              <a:r>
                <a:rPr lang="es-MX" sz="2000" dirty="0" err="1"/>
                <a:t>ccCVV:String</a:t>
              </a:r>
              <a:endParaRPr lang="es-MX" sz="2000" dirty="0"/>
            </a:p>
          </p:txBody>
        </p:sp>
        <p:cxnSp>
          <p:nvCxnSpPr>
            <p:cNvPr id="19" name="Conector recto 18">
              <a:extLst>
                <a:ext uri="{FF2B5EF4-FFF2-40B4-BE49-F238E27FC236}">
                  <a16:creationId xmlns:a16="http://schemas.microsoft.com/office/drawing/2014/main" id="{36B8F34E-CB90-73BB-32E4-78BE43C9FBF8}"/>
                </a:ext>
              </a:extLst>
            </p:cNvPr>
            <p:cNvCxnSpPr>
              <a:cxnSpLocks/>
            </p:cNvCxnSpPr>
            <p:nvPr/>
          </p:nvCxnSpPr>
          <p:spPr>
            <a:xfrm>
              <a:off x="476250" y="1809750"/>
              <a:ext cx="2524123" cy="0"/>
            </a:xfrm>
            <a:prstGeom prst="line">
              <a:avLst/>
            </a:prstGeom>
            <a:ln w="25400"/>
          </p:spPr>
          <p:style>
            <a:lnRef idx="1">
              <a:schemeClr val="accent1"/>
            </a:lnRef>
            <a:fillRef idx="0">
              <a:schemeClr val="accent1"/>
            </a:fillRef>
            <a:effectRef idx="0">
              <a:schemeClr val="accent1"/>
            </a:effectRef>
            <a:fontRef idx="minor">
              <a:schemeClr val="tx1"/>
            </a:fontRef>
          </p:style>
        </p:cxnSp>
      </p:grpSp>
      <p:cxnSp>
        <p:nvCxnSpPr>
          <p:cNvPr id="26" name="Conector recto 25">
            <a:extLst>
              <a:ext uri="{FF2B5EF4-FFF2-40B4-BE49-F238E27FC236}">
                <a16:creationId xmlns:a16="http://schemas.microsoft.com/office/drawing/2014/main" id="{5EDF7D9A-8B86-342A-3B25-FA3FEFED30D3}"/>
              </a:ext>
            </a:extLst>
          </p:cNvPr>
          <p:cNvCxnSpPr/>
          <p:nvPr/>
        </p:nvCxnSpPr>
        <p:spPr>
          <a:xfrm>
            <a:off x="3000373" y="2200275"/>
            <a:ext cx="169545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E6697A12-83E0-95D5-46DA-218B5A1ED02C}"/>
              </a:ext>
            </a:extLst>
          </p:cNvPr>
          <p:cNvCxnSpPr/>
          <p:nvPr/>
        </p:nvCxnSpPr>
        <p:spPr>
          <a:xfrm>
            <a:off x="7167563" y="5129841"/>
            <a:ext cx="1695451"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E2D6459A-8201-EF29-E9DA-555BC4AD2656}"/>
              </a:ext>
            </a:extLst>
          </p:cNvPr>
          <p:cNvCxnSpPr>
            <a:cxnSpLocks/>
            <a:endCxn id="13" idx="0"/>
          </p:cNvCxnSpPr>
          <p:nvPr/>
        </p:nvCxnSpPr>
        <p:spPr>
          <a:xfrm>
            <a:off x="5943599" y="3127372"/>
            <a:ext cx="1" cy="86740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0" name="CuadroTexto 29">
            <a:extLst>
              <a:ext uri="{FF2B5EF4-FFF2-40B4-BE49-F238E27FC236}">
                <a16:creationId xmlns:a16="http://schemas.microsoft.com/office/drawing/2014/main" id="{EF1A8D4F-30FE-9623-5C2F-AD6FA602CE01}"/>
              </a:ext>
            </a:extLst>
          </p:cNvPr>
          <p:cNvSpPr txBox="1"/>
          <p:nvPr/>
        </p:nvSpPr>
        <p:spPr>
          <a:xfrm>
            <a:off x="7289006" y="4825046"/>
            <a:ext cx="476250" cy="609590"/>
          </a:xfrm>
          <a:prstGeom prst="rect">
            <a:avLst/>
          </a:prstGeom>
        </p:spPr>
        <p:txBody>
          <a:bodyPr vert="horz" wrap="square" lIns="0" tIns="0" rIns="0" bIns="0" rtlCol="0">
            <a:noAutofit/>
          </a:bodyPr>
          <a:lstStyle/>
          <a:p>
            <a:pPr algn="l"/>
            <a:r>
              <a:rPr lang="es-MX" dirty="0"/>
              <a:t>N</a:t>
            </a:r>
          </a:p>
        </p:txBody>
      </p:sp>
      <p:sp>
        <p:nvSpPr>
          <p:cNvPr id="31" name="CuadroTexto 30">
            <a:extLst>
              <a:ext uri="{FF2B5EF4-FFF2-40B4-BE49-F238E27FC236}">
                <a16:creationId xmlns:a16="http://schemas.microsoft.com/office/drawing/2014/main" id="{25963536-010F-7E30-9EE7-ADDE40BCF713}"/>
              </a:ext>
            </a:extLst>
          </p:cNvPr>
          <p:cNvSpPr txBox="1"/>
          <p:nvPr/>
        </p:nvSpPr>
        <p:spPr>
          <a:xfrm>
            <a:off x="3137296" y="1930395"/>
            <a:ext cx="809625" cy="609590"/>
          </a:xfrm>
          <a:prstGeom prst="rect">
            <a:avLst/>
          </a:prstGeom>
        </p:spPr>
        <p:txBody>
          <a:bodyPr vert="horz" wrap="square" lIns="0" tIns="0" rIns="0" bIns="0" rtlCol="0">
            <a:noAutofit/>
          </a:bodyPr>
          <a:lstStyle/>
          <a:p>
            <a:pPr algn="l"/>
            <a:r>
              <a:rPr lang="es-MX" dirty="0"/>
              <a:t>1</a:t>
            </a:r>
          </a:p>
        </p:txBody>
      </p:sp>
      <p:sp>
        <p:nvSpPr>
          <p:cNvPr id="33" name="CuadroTexto 32">
            <a:extLst>
              <a:ext uri="{FF2B5EF4-FFF2-40B4-BE49-F238E27FC236}">
                <a16:creationId xmlns:a16="http://schemas.microsoft.com/office/drawing/2014/main" id="{8F3C2861-D048-9E48-52F4-E33547330EC9}"/>
              </a:ext>
            </a:extLst>
          </p:cNvPr>
          <p:cNvSpPr txBox="1"/>
          <p:nvPr/>
        </p:nvSpPr>
        <p:spPr>
          <a:xfrm>
            <a:off x="6055519" y="3713482"/>
            <a:ext cx="476250" cy="609590"/>
          </a:xfrm>
          <a:prstGeom prst="rect">
            <a:avLst/>
          </a:prstGeom>
        </p:spPr>
        <p:txBody>
          <a:bodyPr vert="horz" wrap="square" lIns="0" tIns="0" rIns="0" bIns="0" rtlCol="0">
            <a:noAutofit/>
          </a:bodyPr>
          <a:lstStyle/>
          <a:p>
            <a:pPr algn="l"/>
            <a:r>
              <a:rPr lang="es-MX" dirty="0"/>
              <a:t>N</a:t>
            </a:r>
          </a:p>
        </p:txBody>
      </p:sp>
      <p:sp>
        <p:nvSpPr>
          <p:cNvPr id="34" name="CuadroTexto 33">
            <a:extLst>
              <a:ext uri="{FF2B5EF4-FFF2-40B4-BE49-F238E27FC236}">
                <a16:creationId xmlns:a16="http://schemas.microsoft.com/office/drawing/2014/main" id="{C20AB743-F90D-6789-D8E9-AC4F02BC7007}"/>
              </a:ext>
            </a:extLst>
          </p:cNvPr>
          <p:cNvSpPr txBox="1"/>
          <p:nvPr/>
        </p:nvSpPr>
        <p:spPr>
          <a:xfrm>
            <a:off x="6055519" y="3189611"/>
            <a:ext cx="476250" cy="609590"/>
          </a:xfrm>
          <a:prstGeom prst="rect">
            <a:avLst/>
          </a:prstGeom>
        </p:spPr>
        <p:txBody>
          <a:bodyPr vert="horz" wrap="square" lIns="0" tIns="0" rIns="0" bIns="0" rtlCol="0">
            <a:noAutofit/>
          </a:bodyPr>
          <a:lstStyle/>
          <a:p>
            <a:pPr algn="l"/>
            <a:r>
              <a:rPr lang="es-MX" dirty="0"/>
              <a:t>N</a:t>
            </a:r>
          </a:p>
        </p:txBody>
      </p:sp>
      <p:sp>
        <p:nvSpPr>
          <p:cNvPr id="35" name="CuadroTexto 34">
            <a:extLst>
              <a:ext uri="{FF2B5EF4-FFF2-40B4-BE49-F238E27FC236}">
                <a16:creationId xmlns:a16="http://schemas.microsoft.com/office/drawing/2014/main" id="{52BE2BC7-A87D-5B09-5747-A7ABCFE42E38}"/>
              </a:ext>
            </a:extLst>
          </p:cNvPr>
          <p:cNvSpPr txBox="1"/>
          <p:nvPr/>
        </p:nvSpPr>
        <p:spPr>
          <a:xfrm flipH="1">
            <a:off x="4457699" y="1911345"/>
            <a:ext cx="561975" cy="339720"/>
          </a:xfrm>
          <a:prstGeom prst="rect">
            <a:avLst/>
          </a:prstGeom>
        </p:spPr>
        <p:txBody>
          <a:bodyPr vert="horz" wrap="square" lIns="0" tIns="0" rIns="0" bIns="0" rtlCol="0">
            <a:noAutofit/>
          </a:bodyPr>
          <a:lstStyle/>
          <a:p>
            <a:pPr algn="l"/>
            <a:r>
              <a:rPr lang="es-MX" dirty="0"/>
              <a:t>N</a:t>
            </a:r>
          </a:p>
        </p:txBody>
      </p:sp>
      <p:sp>
        <p:nvSpPr>
          <p:cNvPr id="36" name="CuadroTexto 35">
            <a:extLst>
              <a:ext uri="{FF2B5EF4-FFF2-40B4-BE49-F238E27FC236}">
                <a16:creationId xmlns:a16="http://schemas.microsoft.com/office/drawing/2014/main" id="{5E1DE19F-88AB-5B6D-6158-E7AD5D89C9EF}"/>
              </a:ext>
            </a:extLst>
          </p:cNvPr>
          <p:cNvSpPr txBox="1"/>
          <p:nvPr/>
        </p:nvSpPr>
        <p:spPr>
          <a:xfrm>
            <a:off x="8567737" y="4825046"/>
            <a:ext cx="809625" cy="609590"/>
          </a:xfrm>
          <a:prstGeom prst="rect">
            <a:avLst/>
          </a:prstGeom>
        </p:spPr>
        <p:txBody>
          <a:bodyPr vert="horz" wrap="square" lIns="0" tIns="0" rIns="0" bIns="0" rtlCol="0">
            <a:noAutofit/>
          </a:bodyPr>
          <a:lstStyle/>
          <a:p>
            <a:pPr algn="l"/>
            <a:r>
              <a:rPr lang="es-MX" dirty="0"/>
              <a:t>1</a:t>
            </a:r>
          </a:p>
        </p:txBody>
      </p:sp>
      <p:sp>
        <p:nvSpPr>
          <p:cNvPr id="37" name="Rectángulo 36">
            <a:extLst>
              <a:ext uri="{FF2B5EF4-FFF2-40B4-BE49-F238E27FC236}">
                <a16:creationId xmlns:a16="http://schemas.microsoft.com/office/drawing/2014/main" id="{40E35553-C9EF-F74B-12D5-DE5388DB9C8C}"/>
              </a:ext>
            </a:extLst>
          </p:cNvPr>
          <p:cNvSpPr/>
          <p:nvPr/>
        </p:nvSpPr>
        <p:spPr>
          <a:xfrm>
            <a:off x="7765256" y="323850"/>
            <a:ext cx="3740944" cy="514340"/>
          </a:xfrm>
          <a:prstGeom prst="rect">
            <a:avLst/>
          </a:prstGeom>
          <a:solidFill>
            <a:schemeClr val="tx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lnSpc>
                <a:spcPct val="110000"/>
              </a:lnSpc>
              <a:spcBef>
                <a:spcPts val="600"/>
              </a:spcBef>
            </a:pPr>
            <a:r>
              <a:rPr lang="es-MX" sz="2000" dirty="0"/>
              <a:t>The Hamburger Cloud domain</a:t>
            </a:r>
          </a:p>
        </p:txBody>
      </p:sp>
    </p:spTree>
    <p:extLst>
      <p:ext uri="{BB962C8B-B14F-4D97-AF65-F5344CB8AC3E}">
        <p14:creationId xmlns:p14="http://schemas.microsoft.com/office/powerpoint/2010/main" val="11224513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E8F2C9-5A46-F866-DE0E-17238593B443}"/>
              </a:ext>
            </a:extLst>
          </p:cNvPr>
          <p:cNvSpPr>
            <a:spLocks noGrp="1"/>
          </p:cNvSpPr>
          <p:nvPr>
            <p:ph type="title"/>
          </p:nvPr>
        </p:nvSpPr>
        <p:spPr/>
        <p:txBody>
          <a:bodyPr/>
          <a:lstStyle/>
          <a:p>
            <a:r>
              <a:rPr lang="es-MX" sz="2400" dirty="0"/>
              <a:t>HTTP GET Request </a:t>
            </a:r>
            <a:r>
              <a:rPr lang="es-MX" sz="2400" dirty="0" err="1"/>
              <a:t>where</a:t>
            </a:r>
            <a:r>
              <a:rPr lang="es-MX" sz="2400" dirty="0"/>
              <a:t> </a:t>
            </a:r>
            <a:r>
              <a:rPr lang="es-MX" sz="2400" dirty="0" err="1"/>
              <a:t>the</a:t>
            </a:r>
            <a:r>
              <a:rPr lang="es-MX" sz="2400" dirty="0"/>
              <a:t> Request </a:t>
            </a:r>
            <a:r>
              <a:rPr lang="es-MX" sz="2400" dirty="0" err="1"/>
              <a:t>path</a:t>
            </a:r>
            <a:r>
              <a:rPr lang="es-MX" sz="2400" dirty="0"/>
              <a:t> </a:t>
            </a:r>
            <a:r>
              <a:rPr lang="es-MX" sz="2400" dirty="0" err="1"/>
              <a:t>is</a:t>
            </a:r>
            <a:r>
              <a:rPr lang="es-MX" sz="2400" dirty="0"/>
              <a:t>/</a:t>
            </a:r>
            <a:r>
              <a:rPr lang="es-MX" sz="2400" dirty="0" err="1"/>
              <a:t>design</a:t>
            </a:r>
            <a:br>
              <a:rPr lang="es-MX" sz="2400" dirty="0"/>
            </a:br>
            <a:br>
              <a:rPr lang="es-MX" sz="2400" dirty="0"/>
            </a:br>
            <a:r>
              <a:rPr lang="es-MX" sz="2400" dirty="0" err="1"/>
              <a:t>Buil</a:t>
            </a:r>
            <a:r>
              <a:rPr lang="es-MX" sz="2400" dirty="0"/>
              <a:t> a </a:t>
            </a:r>
            <a:r>
              <a:rPr lang="es-MX" sz="2400" dirty="0" err="1"/>
              <a:t>list</a:t>
            </a:r>
            <a:r>
              <a:rPr lang="es-MX" sz="2400" dirty="0"/>
              <a:t> </a:t>
            </a:r>
            <a:r>
              <a:rPr lang="es-MX" sz="2400" dirty="0" err="1"/>
              <a:t>of</a:t>
            </a:r>
            <a:r>
              <a:rPr lang="es-MX" sz="2400" dirty="0"/>
              <a:t> </a:t>
            </a:r>
            <a:r>
              <a:rPr lang="es-MX" sz="2400" dirty="0" err="1"/>
              <a:t>ingredients</a:t>
            </a:r>
            <a:br>
              <a:rPr lang="es-MX" sz="2400" dirty="0"/>
            </a:br>
            <a:br>
              <a:rPr lang="es-MX" sz="2400" dirty="0"/>
            </a:br>
            <a:r>
              <a:rPr lang="es-MX" sz="2400" dirty="0"/>
              <a:t>Hand off </a:t>
            </a:r>
            <a:r>
              <a:rPr lang="es-MX" sz="2400" dirty="0" err="1"/>
              <a:t>the</a:t>
            </a:r>
            <a:r>
              <a:rPr lang="es-MX" sz="2400" dirty="0"/>
              <a:t> Request and </a:t>
            </a:r>
            <a:r>
              <a:rPr lang="es-MX" sz="2400" dirty="0" err="1"/>
              <a:t>the</a:t>
            </a:r>
            <a:r>
              <a:rPr lang="es-MX" sz="2400" dirty="0"/>
              <a:t> </a:t>
            </a:r>
            <a:r>
              <a:rPr lang="es-MX" sz="2400" dirty="0" err="1"/>
              <a:t>ingredient</a:t>
            </a:r>
            <a:r>
              <a:rPr lang="es-MX" sz="2400" dirty="0"/>
              <a:t> data to </a:t>
            </a:r>
            <a:r>
              <a:rPr lang="es-MX" sz="2400" dirty="0" err="1"/>
              <a:t>view</a:t>
            </a:r>
            <a:r>
              <a:rPr lang="es-MX" sz="2400" dirty="0"/>
              <a:t> template to be </a:t>
            </a:r>
            <a:r>
              <a:rPr lang="es-MX" sz="2400" dirty="0" err="1"/>
              <a:t>rendered</a:t>
            </a:r>
            <a:r>
              <a:rPr lang="es-MX" sz="2400" dirty="0"/>
              <a:t> as HTML and send to </a:t>
            </a:r>
            <a:r>
              <a:rPr lang="es-MX" sz="2400" dirty="0" err="1"/>
              <a:t>the</a:t>
            </a:r>
            <a:r>
              <a:rPr lang="es-MX" sz="2400" dirty="0"/>
              <a:t> </a:t>
            </a:r>
            <a:r>
              <a:rPr lang="es-MX" sz="2400" dirty="0" err="1"/>
              <a:t>requestiong</a:t>
            </a:r>
            <a:r>
              <a:rPr lang="es-MX" sz="2400" dirty="0"/>
              <a:t> web browser</a:t>
            </a:r>
          </a:p>
        </p:txBody>
      </p:sp>
      <p:sp>
        <p:nvSpPr>
          <p:cNvPr id="3" name="Marcador de texto 2">
            <a:extLst>
              <a:ext uri="{FF2B5EF4-FFF2-40B4-BE49-F238E27FC236}">
                <a16:creationId xmlns:a16="http://schemas.microsoft.com/office/drawing/2014/main" id="{3085C033-99C2-BE68-4566-59EFF8528ABE}"/>
              </a:ext>
            </a:extLst>
          </p:cNvPr>
          <p:cNvSpPr>
            <a:spLocks noGrp="1"/>
          </p:cNvSpPr>
          <p:nvPr>
            <p:ph type="body" sz="quarter" idx="13"/>
          </p:nvPr>
        </p:nvSpPr>
        <p:spPr/>
        <p:txBody>
          <a:bodyPr/>
          <a:lstStyle/>
          <a:p>
            <a:r>
              <a:rPr lang="es-MX" dirty="0"/>
              <a:t>REST API</a:t>
            </a:r>
          </a:p>
        </p:txBody>
      </p:sp>
      <p:sp>
        <p:nvSpPr>
          <p:cNvPr id="4" name="Marcador de pie de página 3">
            <a:extLst>
              <a:ext uri="{FF2B5EF4-FFF2-40B4-BE49-F238E27FC236}">
                <a16:creationId xmlns:a16="http://schemas.microsoft.com/office/drawing/2014/main" id="{AA70ECAB-8D72-54F9-287E-4AF676D53DEB}"/>
              </a:ext>
            </a:extLst>
          </p:cNvPr>
          <p:cNvSpPr>
            <a:spLocks noGrp="1"/>
          </p:cNvSpPr>
          <p:nvPr>
            <p:ph type="ftr" sz="quarter" idx="3"/>
          </p:nvPr>
        </p:nvSpPr>
        <p:spPr/>
        <p: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800" b="0" i="0" u="none" strike="noStrike" kern="1200" cap="none" spc="0" normalizeH="0" baseline="0" noProof="0">
                <a:ln>
                  <a:noFill/>
                </a:ln>
                <a:solidFill>
                  <a:srgbClr val="6B6B6B"/>
                </a:solidFill>
                <a:effectLst/>
                <a:uLnTx/>
                <a:uFillTx/>
                <a:latin typeface="Arial"/>
                <a:ea typeface="+mn-ea"/>
                <a:cs typeface="+mn-cs"/>
              </a:rPr>
              <a:t>© 2023 NTT DATA, Inc.</a:t>
            </a:r>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
        <p:nvSpPr>
          <p:cNvPr id="5" name="Marcador de número de diapositiva 4">
            <a:extLst>
              <a:ext uri="{FF2B5EF4-FFF2-40B4-BE49-F238E27FC236}">
                <a16:creationId xmlns:a16="http://schemas.microsoft.com/office/drawing/2014/main" id="{827AC368-6F0F-321A-9C48-15608E7B72D4}"/>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600"/>
              </a:spcBef>
              <a:spcAft>
                <a:spcPts val="0"/>
              </a:spcAft>
              <a:buClrTx/>
              <a:buSzTx/>
              <a:buFontTx/>
              <a:buNone/>
              <a:tabLst/>
              <a:defRPr/>
            </a:pPr>
            <a:fld id="{13CE6DAF-806F-404B-BC68-339BFCB57E5C}" type="slidenum">
              <a:rPr kumimoji="0" lang="en-US" sz="800" b="0" i="0" u="none" strike="noStrike" kern="1200" cap="none" spc="0" normalizeH="0" baseline="0" noProof="0" smtClean="0">
                <a:ln>
                  <a:noFill/>
                </a:ln>
                <a:solidFill>
                  <a:srgbClr val="6B6B6B"/>
                </a:solidFill>
                <a:effectLst/>
                <a:uLnTx/>
                <a:uFillTx/>
                <a:latin typeface="Arial"/>
                <a:ea typeface="+mn-ea"/>
                <a:cs typeface="+mn-cs"/>
              </a:rPr>
              <a:pPr marL="0" marR="0" lvl="0" indent="0" algn="ctr" defTabSz="914400" rtl="0" eaLnBrk="1" fontAlgn="auto" latinLnBrk="0" hangingPunct="1">
                <a:lnSpc>
                  <a:spcPct val="100000"/>
                </a:lnSpc>
                <a:spcBef>
                  <a:spcPts val="600"/>
                </a:spcBef>
                <a:spcAft>
                  <a:spcPts val="0"/>
                </a:spcAft>
                <a:buClrTx/>
                <a:buSzTx/>
                <a:buFontTx/>
                <a:buNone/>
                <a:tabLst/>
                <a:defRPr/>
              </a:pPr>
              <a:t>37</a:t>
            </a:fld>
            <a:endParaRPr kumimoji="0" lang="en-US" sz="800" b="0" i="0" u="none" strike="noStrike" kern="1200" cap="none" spc="0" normalizeH="0" baseline="0" noProof="0" dirty="0">
              <a:ln>
                <a:noFill/>
              </a:ln>
              <a:solidFill>
                <a:srgbClr val="6B6B6B"/>
              </a:solidFill>
              <a:effectLst/>
              <a:uLnTx/>
              <a:uFillTx/>
              <a:latin typeface="Arial"/>
              <a:ea typeface="+mn-ea"/>
              <a:cs typeface="+mn-cs"/>
            </a:endParaRPr>
          </a:p>
        </p:txBody>
      </p:sp>
    </p:spTree>
    <p:extLst>
      <p:ext uri="{BB962C8B-B14F-4D97-AF65-F5344CB8AC3E}">
        <p14:creationId xmlns:p14="http://schemas.microsoft.com/office/powerpoint/2010/main" val="3975378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rtlCol="0">
            <a:normAutofit/>
          </a:bodyPr>
          <a:lstStyle/>
          <a:p>
            <a:pPr rtl="0"/>
            <a:r>
              <a:rPr lang="es-MX" dirty="0">
                <a:solidFill>
                  <a:srgbClr val="FFFFFF"/>
                </a:solidFill>
              </a:rPr>
              <a:t>Gracias</a:t>
            </a:r>
          </a:p>
        </p:txBody>
      </p:sp>
      <p:sp>
        <p:nvSpPr>
          <p:cNvPr id="3" name="Subtítulo 2">
            <a:extLst>
              <a:ext uri="{FF2B5EF4-FFF2-40B4-BE49-F238E27FC236}">
                <a16:creationId xmlns:a16="http://schemas.microsoft.com/office/drawing/2014/main" id="{A9CB511D-EA45-4336-847C-1252667143B5}"/>
              </a:ext>
            </a:extLst>
          </p:cNvPr>
          <p:cNvSpPr>
            <a:spLocks noGrp="1"/>
          </p:cNvSpPr>
          <p:nvPr>
            <p:ph type="subTitle" idx="1"/>
          </p:nvPr>
        </p:nvSpPr>
        <p:spPr>
          <a:xfrm>
            <a:off x="8296275" y="5574889"/>
            <a:ext cx="3081576" cy="559211"/>
          </a:xfrm>
        </p:spPr>
        <p:txBody>
          <a:bodyPr rtlCol="0">
            <a:normAutofit/>
          </a:bodyPr>
          <a:lstStyle/>
          <a:p>
            <a:pPr rtl="0"/>
            <a:r>
              <a:rPr lang="es-MX" sz="1200" dirty="0">
                <a:solidFill>
                  <a:schemeClr val="bg2"/>
                </a:solidFill>
              </a:rPr>
              <a:t>horopeza@emeal.nttdata.com</a:t>
            </a:r>
          </a:p>
          <a:p>
            <a:pPr rtl="0"/>
            <a:endParaRPr lang="es-MX" dirty="0">
              <a:solidFill>
                <a:schemeClr val="bg2"/>
              </a:solidFill>
            </a:endParaRPr>
          </a:p>
          <a:p>
            <a:pPr rtl="0"/>
            <a:endParaRPr lang="es-MX" dirty="0">
              <a:solidFill>
                <a:schemeClr val="bg2"/>
              </a:solidFill>
            </a:endParaRPr>
          </a:p>
        </p:txBody>
      </p:sp>
      <p:pic>
        <p:nvPicPr>
          <p:cNvPr id="5" name="Imagen 4" descr="Números digitales">
            <a:extLst>
              <a:ext uri="{FF2B5EF4-FFF2-40B4-BE49-F238E27FC236}">
                <a16:creationId xmlns:a16="http://schemas.microsoft.com/office/drawing/2014/main" id="{A21EA617-6D48-425F-97A8-7FEC82C8F40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Tree>
    <p:extLst>
      <p:ext uri="{BB962C8B-B14F-4D97-AF65-F5344CB8AC3E}">
        <p14:creationId xmlns:p14="http://schemas.microsoft.com/office/powerpoint/2010/main" val="35013474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84331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heme/theme1.xml><?xml version="1.0" encoding="utf-8"?>
<a:theme xmlns:a="http://schemas.openxmlformats.org/drawingml/2006/main" name="NTT DATA DARK ">
  <a:themeElements>
    <a:clrScheme name="NTT DATA 23">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7F7F7F"/>
      </a:accent6>
      <a:hlink>
        <a:srgbClr val="19A3FC"/>
      </a:hlink>
      <a:folHlink>
        <a:srgbClr val="0072BC"/>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9525">
          <a:solidFill>
            <a:schemeClr val="accent2"/>
          </a:solidFill>
        </a:ln>
      </a:spPr>
      <a:bodyPr lIns="108000" tIns="72000" rIns="108000" bIns="72000" rtlCol="0" anchor="ctr"/>
      <a:lstStyle>
        <a:defPPr algn="ctr">
          <a:lnSpc>
            <a:spcPct val="110000"/>
          </a:lnSpc>
          <a:spcBef>
            <a:spcPts val="600"/>
          </a:spcBef>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Autofit/>
      </a:bodyPr>
      <a:lstStyle>
        <a:defPPr algn="l">
          <a:defRPr dirty="0"/>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NTT_DATA_PowerPoint_Template.potx" id="{38420CBF-8BF6-416B-B040-7E1E46EF7821}" vid="{8E99A986-5A7D-46D3-AD5E-F449296905F3}"/>
    </a:ext>
  </a:extLst>
</a:theme>
</file>

<file path=ppt/theme/theme2.xml><?xml version="1.0" encoding="utf-8"?>
<a:theme xmlns:a="http://schemas.openxmlformats.org/drawingml/2006/main" name="NTT DATA LIGHT ">
  <a:themeElements>
    <a:clrScheme name="NTT DATA 23">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7F7F7F"/>
      </a:accent6>
      <a:hlink>
        <a:srgbClr val="19A3FC"/>
      </a:hlink>
      <a:folHlink>
        <a:srgbClr val="0072BC"/>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2"/>
          </a:solidFill>
        </a:ln>
      </a:spPr>
      <a:bodyPr lIns="108000" tIns="72000" rIns="108000" bIns="72000" rtlCol="0" anchor="ctr"/>
      <a:lstStyle>
        <a:defPPr algn="ctr">
          <a:lnSpc>
            <a:spcPct val="110000"/>
          </a:lnSpc>
          <a:spcBef>
            <a:spcPts val="600"/>
          </a:spcBef>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Autofit/>
      </a:bodyPr>
      <a:lstStyle>
        <a:defPPr algn="l">
          <a:defRPr dirty="0"/>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NTT_DATA_PowerPoint_Template.potx" id="{38420CBF-8BF6-416B-B040-7E1E46EF7821}" vid="{0976C670-3721-4A54-AD75-EF22F6174548}"/>
    </a:ext>
  </a:extLst>
</a:theme>
</file>

<file path=ppt/theme/theme3.xml><?xml version="1.0" encoding="utf-8"?>
<a:theme xmlns:a="http://schemas.openxmlformats.org/drawingml/2006/main" name="1_NTT DATA DARK ">
  <a:themeElements>
    <a:clrScheme name="NTT DATA 23">
      <a:dk1>
        <a:srgbClr val="000000"/>
      </a:dk1>
      <a:lt1>
        <a:srgbClr val="FFFFFF"/>
      </a:lt1>
      <a:dk2>
        <a:srgbClr val="2E404D"/>
      </a:dk2>
      <a:lt2>
        <a:srgbClr val="19A3FC"/>
      </a:lt2>
      <a:accent1>
        <a:srgbClr val="070F26"/>
      </a:accent1>
      <a:accent2>
        <a:srgbClr val="0072BC"/>
      </a:accent2>
      <a:accent3>
        <a:srgbClr val="005B96"/>
      </a:accent3>
      <a:accent4>
        <a:srgbClr val="00DFED"/>
      </a:accent4>
      <a:accent5>
        <a:srgbClr val="00CB5D"/>
      </a:accent5>
      <a:accent6>
        <a:srgbClr val="7F7F7F"/>
      </a:accent6>
      <a:hlink>
        <a:srgbClr val="19A3FC"/>
      </a:hlink>
      <a:folHlink>
        <a:srgbClr val="0072BC"/>
      </a:folHlink>
    </a:clrScheme>
    <a:fontScheme name="NTT_Arial">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w="9525">
          <a:solidFill>
            <a:schemeClr val="accent2"/>
          </a:solidFill>
        </a:ln>
      </a:spPr>
      <a:bodyPr lIns="108000" tIns="72000" rIns="108000" bIns="72000" rtlCol="0" anchor="ctr"/>
      <a:lstStyle>
        <a:defPPr algn="ctr">
          <a:lnSpc>
            <a:spcPct val="110000"/>
          </a:lnSpc>
          <a:spcBef>
            <a:spcPts val="600"/>
          </a:spcBef>
          <a:defRPr sz="2000" dirty="0"/>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Autofit/>
      </a:bodyPr>
      <a:lstStyle>
        <a:defPPr algn="l">
          <a:defRPr dirty="0"/>
        </a:defPPr>
      </a:lstStyle>
    </a:txDef>
  </a:objectDefaults>
  <a:extraClrSchemeLst/>
  <a:custClrLst>
    <a:custClr name="Yellow">
      <a:srgbClr val="FFC400"/>
    </a:custClr>
    <a:custClr name="Orange">
      <a:srgbClr val="FF7A00"/>
    </a:custClr>
    <a:custClr name="Orange 100">
      <a:srgbClr val="E42600"/>
    </a:custClr>
    <a:custClr name="Orange 150">
      <a:srgbClr val="B22000"/>
    </a:custClr>
  </a:custClrLst>
  <a:extLst>
    <a:ext uri="{05A4C25C-085E-4340-85A3-A5531E510DB2}">
      <thm15:themeFamily xmlns:thm15="http://schemas.microsoft.com/office/thememl/2012/main" name="NTT_DATA_PowerPoint_Template.potx" id="{38420CBF-8BF6-416B-B040-7E1E46EF7821}" vid="{8E99A986-5A7D-46D3-AD5E-F449296905F3}"/>
    </a:ext>
  </a:extLst>
</a:theme>
</file>

<file path=ppt/theme/theme4.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NTT Dat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ntt">
      <a:dk1>
        <a:srgbClr val="000000"/>
      </a:dk1>
      <a:lt1>
        <a:srgbClr val="FFFFFF"/>
      </a:lt1>
      <a:dk2>
        <a:srgbClr val="404040"/>
      </a:dk2>
      <a:lt2>
        <a:srgbClr val="DEE8F4"/>
      </a:lt2>
      <a:accent1>
        <a:srgbClr val="6785C1"/>
      </a:accent1>
      <a:accent2>
        <a:srgbClr val="0F1C50"/>
      </a:accent2>
      <a:accent3>
        <a:srgbClr val="0080B1"/>
      </a:accent3>
      <a:accent4>
        <a:srgbClr val="E6B600"/>
      </a:accent4>
      <a:accent5>
        <a:srgbClr val="BC4328"/>
      </a:accent5>
      <a:accent6>
        <a:srgbClr val="7F7F7F"/>
      </a:accent6>
      <a:hlink>
        <a:srgbClr val="6785C1"/>
      </a:hlink>
      <a:folHlink>
        <a:srgbClr val="0F1C50"/>
      </a:folHlink>
    </a:clrScheme>
    <a:fontScheme name="NTT Data">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1433752AEDE57643ABC27AB73201CA1D" ma:contentTypeVersion="16" ma:contentTypeDescription="Crear nuevo documento." ma:contentTypeScope="" ma:versionID="ffda458b458e7ef5b42d5a167695b7d1">
  <xsd:schema xmlns:xsd="http://www.w3.org/2001/XMLSchema" xmlns:xs="http://www.w3.org/2001/XMLSchema" xmlns:p="http://schemas.microsoft.com/office/2006/metadata/properties" xmlns:ns3="0e04d077-b269-4395-b1d2-b87156bd80b4" xmlns:ns4="721d2988-926e-459d-a467-eb6baef9f733" targetNamespace="http://schemas.microsoft.com/office/2006/metadata/properties" ma:root="true" ma:fieldsID="8dfa98ba1c12ca434eed932378be5644" ns3:_="" ns4:_="">
    <xsd:import namespace="0e04d077-b269-4395-b1d2-b87156bd80b4"/>
    <xsd:import namespace="721d2988-926e-459d-a467-eb6baef9f733"/>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04d077-b269-4395-b1d2-b87156bd80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1d2988-926e-459d-a467-eb6baef9f733"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SharingHintHash" ma:index="12"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0e04d077-b269-4395-b1d2-b87156bd80b4" xsi:nil="true"/>
  </documentManagement>
</p:properties>
</file>

<file path=customXml/itemProps1.xml><?xml version="1.0" encoding="utf-8"?>
<ds:datastoreItem xmlns:ds="http://schemas.openxmlformats.org/officeDocument/2006/customXml" ds:itemID="{25393815-F377-4F7D-B89E-D4CD841AE6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04d077-b269-4395-b1d2-b87156bd80b4"/>
    <ds:schemaRef ds:uri="721d2988-926e-459d-a467-eb6baef9f7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9A31D2B-218B-4248-A545-86DDD40A6B4C}">
  <ds:schemaRefs>
    <ds:schemaRef ds:uri="http://schemas.microsoft.com/sharepoint/v3/contenttype/forms"/>
  </ds:schemaRefs>
</ds:datastoreItem>
</file>

<file path=customXml/itemProps3.xml><?xml version="1.0" encoding="utf-8"?>
<ds:datastoreItem xmlns:ds="http://schemas.openxmlformats.org/officeDocument/2006/customXml" ds:itemID="{561B2D9D-9DFE-4CC4-8F1D-BCE001B751D0}">
  <ds:schemaRefs>
    <ds:schemaRef ds:uri="http://purl.org/dc/terms/"/>
    <ds:schemaRef ds:uri="http://purl.org/dc/elements/1.1/"/>
    <ds:schemaRef ds:uri="http://schemas.microsoft.com/office/2006/metadata/properties"/>
    <ds:schemaRef ds:uri="http://www.w3.org/XML/1998/namespace"/>
    <ds:schemaRef ds:uri="http://schemas.microsoft.com/office/infopath/2007/PartnerControls"/>
    <ds:schemaRef ds:uri="http://schemas.microsoft.com/office/2006/documentManagement/types"/>
    <ds:schemaRef ds:uri="721d2988-926e-459d-a467-eb6baef9f733"/>
    <ds:schemaRef ds:uri="http://schemas.openxmlformats.org/package/2006/metadata/core-properties"/>
    <ds:schemaRef ds:uri="http://purl.org/dc/dcmitype/"/>
    <ds:schemaRef ds:uri="0e04d077-b269-4395-b1d2-b87156bd80b4"/>
  </ds:schemaRefs>
</ds:datastoreItem>
</file>

<file path=docMetadata/LabelInfo.xml><?xml version="1.0" encoding="utf-8"?>
<clbl:labelList xmlns:clbl="http://schemas.microsoft.com/office/2020/mipLabelMetadata">
  <clbl:label id="{3048dc87-43f0-4100-9acb-ae1971c79395}" enabled="0" method="" siteId="{3048dc87-43f0-4100-9acb-ae1971c79395}" removed="1"/>
</clbl:labelList>
</file>

<file path=docProps/app.xml><?xml version="1.0" encoding="utf-8"?>
<Properties xmlns="http://schemas.openxmlformats.org/officeDocument/2006/extended-properties" xmlns:vt="http://schemas.openxmlformats.org/officeDocument/2006/docPropsVTypes">
  <Template>NTT_DATA_PowerPoint_Template</Template>
  <TotalTime>0</TotalTime>
  <Words>1725</Words>
  <Application>Microsoft Office PowerPoint</Application>
  <PresentationFormat>Panorámica</PresentationFormat>
  <Paragraphs>270</Paragraphs>
  <Slides>39</Slides>
  <Notes>1</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39</vt:i4>
      </vt:variant>
    </vt:vector>
  </HeadingPairs>
  <TitlesOfParts>
    <vt:vector size="46" baseType="lpstr">
      <vt:lpstr>Arial</vt:lpstr>
      <vt:lpstr>Georgia</vt:lpstr>
      <vt:lpstr>Roboto</vt:lpstr>
      <vt:lpstr>Wingdings</vt:lpstr>
      <vt:lpstr>NTT DATA DARK </vt:lpstr>
      <vt:lpstr>NTT DATA LIGHT </vt:lpstr>
      <vt:lpstr>1_NTT DATA DARK </vt:lpstr>
      <vt:lpstr>Presentación de PowerPoint</vt:lpstr>
      <vt:lpstr>Spring application context</vt:lpstr>
      <vt:lpstr>Presentación de PowerPoint</vt:lpstr>
      <vt:lpstr>Presentación de PowerPoint</vt:lpstr>
      <vt:lpstr>Presentación de PowerPoint</vt:lpstr>
      <vt:lpstr>Presentación de PowerPoint</vt:lpstr>
      <vt:lpstr>Teoria </vt:lpstr>
      <vt:lpstr>Presentación de PowerPoint</vt:lpstr>
      <vt:lpstr>     </vt:lpstr>
      <vt:lpstr>&lt;bean id=“inventoryService”  class=“com.example.InventoryService” /&gt;  &lt;bean id=“productService”  class=“com.example.ProductService”&gt; &lt;constructor-arg ref=“inventoryService” /&gt; &lt;/bean&gt;   @Configuration    public class ServiceConfiguration {  @Bean       public InventoryService inventoryService() {      return new InventoryService(); }   @Bean   public ProductService productService(){  return new ProductService(inventoryService());   } }</vt:lpstr>
      <vt:lpstr> The @Configuration annotation Indicates to Spring that this is a configuration class that will provide beans to the Spring Application context.   The Configurations methods are annotated with @Bean, indicating that the Objects they return should be added as beans in the Application context(where, by default, their respective bean Ids Will be the same as the names of the methods that define them).  Java-based configuration offers several benefits over XML-based configuration, including benefits over XML-based configuration, including greater Type safety and inproved refactorability. Even so, explicit configuration with either Java or XML is necessary Only if Spring is unable to automatically configure the components.</vt:lpstr>
      <vt:lpstr> Automaticconfiguration has its roots in the Spring techniques know as autowiring and component scanning. With component scanning, Spring can automatically discover components from an applicatio’s classpath and créate them as beans in the Spring Application context. With autowiring, Spring automatically injects the components with the other beans that they depend on.   More recently, with the introduction of Spring Boot, automatic configuration has gone well beyond component scanning and autowiring.   Spring Boot is an extensión of the Spring Framework that offers several productivity enhancements. The most well know of these enhancements is autoconfiguration, where Spring Boot can make reasonable guesses at what components need to be configurated and wired together, based on entries in the class-path, environment variables, and other factors.   Spring Boot autoconfiguration has dramatically reduce the amount of explicit configuration (whether with XML or JAVA) required to Build an Application. In fact, by the time you finish the example in this chapter, you’ll have a working Spring Application that has Only a single line of Spring configuration code ! </vt:lpstr>
      <vt:lpstr>  </vt:lpstr>
      <vt:lpstr>  </vt:lpstr>
      <vt:lpstr>  </vt:lpstr>
      <vt:lpstr> mvn and mvn.cmd – These are Maven wrapper scripts . You can use this scripts to Build your Project, even if you don’t have scripts to Build your Project, even if you don’t have Maven installed on your machine.  Pom.xml – This is the Maven Build specification. We´ll look deeper into in the next slide   App1Aplication.java – This is the Spring Boot main classthat boot-straps the Project. We´ll take a closer look at this case in the next slides   Application.properties –This file is initially empty but offers a place where you can specify configuration properties. We´ll tinker with this file more forward, but i´ll postpone a detailed Explanation of configuration properties.   Statis –This folder is where you can place any static content (images, stylessheets, JavaScript, and so forth) that you want to serve to the browser. It’s initially empty.  Templates – This folder is where you’ll place template files that Will be used to render content to the browser. It’s initially empty, but you’ll add more tests to the mix as you develop the Application.   </vt:lpstr>
      <vt:lpstr>Requerimientos – Historias de usuario – SOP Software Requirements (third Edition Karl Wiegers &amp; joy Beatty) </vt:lpstr>
      <vt:lpstr>Software Requirements  (third Edition Karl Wiegers &amp; joy Beatty)</vt:lpstr>
      <vt:lpstr>Problema </vt:lpstr>
      <vt:lpstr>Math (+,/,*,-) Variables (declaration, initialize) Type(String, int, double) Explanation of “Classes”  testscore = x :: grade  x = 100 ; x=0   grade A-F  testscore = 90 &lt; 100 :: grade A testscore = 70 &lt; 90 :: grade B testscore = 60 &lt; 70 :: grade C testscore = 50 &lt; 60 :: grade D  testcore &lt; 50 :: grade F</vt:lpstr>
      <vt:lpstr>Facade , Observer, Factory , Abstract Factory, Syngleton   Factory </vt:lpstr>
      <vt:lpstr>Presentación de PowerPoint</vt:lpstr>
      <vt:lpstr>Presentación de PowerPoint</vt:lpstr>
      <vt:lpstr>Presentación de PowerPoint</vt:lpstr>
      <vt:lpstr>Planteamiento</vt:lpstr>
      <vt:lpstr>Presentación de PowerPoint</vt:lpstr>
      <vt:lpstr>Presentación de PowerPoint</vt:lpstr>
      <vt:lpstr>From spredsheet”example” do  {  until rows &gt;0 do {  codigo=b.value;  FechaRegistro=h.value; }  }</vt:lpstr>
      <vt:lpstr>Automatic Application Restart  Automatic Browser Refresh and Templates cache disable  Built-In H2 Console (H2-Console : H2 Database  )  link to Access H2 Console : localhost:8080/h2-console      </vt:lpstr>
      <vt:lpstr>Spring MVC framework  Embedded Tomcat Thymeleaf and the Thymeleaft layout dialect   </vt:lpstr>
      <vt:lpstr>Presentación de PowerPoint</vt:lpstr>
      <vt:lpstr>Presentación de PowerPoint</vt:lpstr>
      <vt:lpstr>Presentación de PowerPoint</vt:lpstr>
      <vt:lpstr>Presentación de PowerPoint</vt:lpstr>
      <vt:lpstr>Presentación de PowerPoint</vt:lpstr>
      <vt:lpstr>Presentación de PowerPoint</vt:lpstr>
      <vt:lpstr>HTTP GET Request where the Request path is/design  Buil a list of ingredients  Hand off the Request and the ingredient data to view template to be rendered as HTML and send to the requestiong web browser</vt:lpstr>
      <vt:lpstr>Gracias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NTT DATA Corporate Overview Presentation</dc:title>
  <dc:creator>NTT DATA Marketing</dc:creator>
  <cp:keywords>NTT DATA Corporate Overview</cp:keywords>
  <cp:lastModifiedBy>Hector Oropeza Pelcastre</cp:lastModifiedBy>
  <cp:revision>72</cp:revision>
  <dcterms:created xsi:type="dcterms:W3CDTF">2023-10-12T18:29:24Z</dcterms:created>
  <dcterms:modified xsi:type="dcterms:W3CDTF">2026-08-24T19:26:37Z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0x0101001433752AEDE57643ABC27AB73201CA1D</vt:lpwstr>
  </property>
  <property fmtid="{D5CDD505-2E9C-101B-9397-08002B2CF9AE}" pid="3" name="TogoDocumentsCategory">
    <vt:lpwstr/>
  </property>
  <property fmtid="{D5CDD505-2E9C-101B-9397-08002B2CF9AE}" pid="4" name="abe66603087445669b8b2920ee71eaef">
    <vt:lpwstr/>
  </property>
  <property fmtid="{D5CDD505-2E9C-101B-9397-08002B2CF9AE}" pid="5" name="TogoLocations">
    <vt:lpwstr/>
  </property>
  <property fmtid="{D5CDD505-2E9C-101B-9397-08002B2CF9AE}" pid="6" name="MediaServiceImageTags">
    <vt:lpwstr/>
  </property>
  <property fmtid="{D5CDD505-2E9C-101B-9397-08002B2CF9AE}" pid="7" name="T2KCategory">
    <vt:lpwstr/>
  </property>
  <property fmtid="{D5CDD505-2E9C-101B-9397-08002B2CF9AE}" pid="8" name="TogoDepartments">
    <vt:lpwstr/>
  </property>
  <property fmtid="{D5CDD505-2E9C-101B-9397-08002B2CF9AE}" pid="9" name="TogoTags">
    <vt:lpwstr/>
  </property>
</Properties>
</file>